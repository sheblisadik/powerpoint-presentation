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59" r:id="rId4"/>
    <p:sldId id="260" r:id="rId5"/>
    <p:sldId id="265" r:id="rId6"/>
    <p:sldId id="266" r:id="rId7"/>
    <p:sldId id="261" r:id="rId8"/>
    <p:sldId id="262" r:id="rId9"/>
    <p:sldId id="267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F52"/>
    <a:srgbClr val="7596A9"/>
    <a:srgbClr val="AAE8FC"/>
    <a:srgbClr val="10C5CE"/>
    <a:srgbClr val="800000"/>
    <a:srgbClr val="B92C50"/>
    <a:srgbClr val="C60ECA"/>
    <a:srgbClr val="A400DD"/>
    <a:srgbClr val="3A008B"/>
    <a:srgbClr val="280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24F6-846C-4CC7-AD0F-BC6126D94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85085-C67F-453C-BAFA-B20E0217B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6A6A-C7B3-40C6-97AA-604568EE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BF93-991D-4A0D-A76B-69920568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41CA0-4530-4788-BE7B-47586FC4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1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A880-3FF6-43A6-975D-67ECC0E8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C9829-7FF9-49E9-A4F7-C8E8C94B5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D8C20-6446-4BBE-8BE6-21CB26A8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99C3-83FD-42C0-BC3C-2422DB96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21C97-F92B-4F7F-A97F-B789FF7B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6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7D52-134F-49EB-ACB3-61AF6E99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4A686-79A5-4130-BF93-471D5DCAE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0880-E6AF-4DA4-BAA4-0F24B7FC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CA50-1961-47F6-AB42-CB79A582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B86D5-6B9E-458E-8AA5-A43AFE5F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6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2105-99A9-460D-97D0-B0F7775D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CFF0-60F9-40E7-ADFD-D9CBAAAB6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298D6-BED3-46BD-AEC8-7AC9CEE54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4DC5E-7B3B-454E-9F19-ECD719DA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CC55-CF0C-4B24-B057-41A7CA25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06B71-F8CD-42F2-A04C-447D3796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0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89B1-3E50-41CF-B4FD-08BF8BE6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258EC-1F2D-460A-8A10-A331F1A92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40D8E-2A19-4AB0-A431-396E25E94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B1E9A-0B3B-44DE-9E04-AE6365CE2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8566A-6667-4AB9-832C-1952E54B7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FF026-D8AE-45DD-A48D-9E2E9956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4446B-E6DE-4AC3-8877-4DEBDB66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4F19A-920C-4B5A-83E6-1103FB0B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8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99BD-CE38-4872-AEE7-A2412155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C49DA-D9D4-4722-BEE3-4E8C1B10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AAA29-E90D-4682-9056-56A1B28E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05CA6-4CDE-4383-AAA0-73695CDD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0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7F95F-4E8A-444B-B803-A9F48C00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F783D-DADC-43EB-B70B-7739AFC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7A8B2-B11E-47DA-9089-40E7F5EA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6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827C-C1BC-4B74-8B46-0B2977FC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3D027-AB1F-41A2-AC1F-E7316F24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DC50F-2A59-4C00-A5C3-9DE3B70C1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6D383-C332-4758-9749-4919DFB7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DA118-0674-4423-A030-802974C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095A0-1FB9-4AA6-9F56-FA22D2D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FC79-8E63-4CFE-9ECC-E323FF01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EB9FA-F073-4784-8604-0D47BD595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A267-C495-4A3A-B6A9-02AE18F91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2142B-9AC0-48CF-810D-0B14F66F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92AF1-7AD3-4A37-B5C9-2C52B34D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F09BE-99C5-44AB-A01A-DFC7FB0E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9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1D84-695D-4B89-9293-EE134140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CDA86-C95D-46A6-9F7D-468CBD762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A1652-4384-4609-BB7C-431434C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7EB9-D0A5-4508-91E5-E511A81C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7C4EB-7603-4CA6-B538-5228B18E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0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C730B-8B22-4D6B-858B-E7FB96BBE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968F7-2D03-4B31-A106-EEFA53AF0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89DDE-7BF2-4F7D-8D5F-E3658A04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9FC26-9BF4-4777-8EA7-91CA43E0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9E4B-7B58-4560-A6AB-463DA1C8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0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163CA-B704-4393-ADB3-20155001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B6937-44BE-46E0-B918-052825466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914B5-1156-4A43-AB54-B4440A310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2C63B-C761-4C76-92AF-C7951D244E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6260-1067-4A2A-ABE9-9734D4E31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F5390-C063-4780-8548-C5597952F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F13C6-4859-411D-BA6A-3A0714492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2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exploring-real-world-applications-of-machine-learning-in-data-scienc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5AEDAF-B486-4C06-86B5-3C2B652B534E}"/>
              </a:ext>
            </a:extLst>
          </p:cNvPr>
          <p:cNvSpPr>
            <a:spLocks noChangeAspect="1"/>
          </p:cNvSpPr>
          <p:nvPr/>
        </p:nvSpPr>
        <p:spPr>
          <a:xfrm>
            <a:off x="-3048" y="252413"/>
            <a:ext cx="12198096" cy="63531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F7A571-26E0-4822-B5CD-223F50556FF0}"/>
              </a:ext>
            </a:extLst>
          </p:cNvPr>
          <p:cNvSpPr/>
          <p:nvPr/>
        </p:nvSpPr>
        <p:spPr>
          <a:xfrm>
            <a:off x="1828800" y="0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10597B-8365-4A54-BF35-69B8E8473174}"/>
              </a:ext>
            </a:extLst>
          </p:cNvPr>
          <p:cNvSpPr/>
          <p:nvPr/>
        </p:nvSpPr>
        <p:spPr>
          <a:xfrm>
            <a:off x="1005840" y="0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  <a:effectLst>
            <a:outerShdw blurRad="1270000" dist="635000" dir="42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117789-7921-496B-9DD8-A4C83D71BDB0}"/>
              </a:ext>
            </a:extLst>
          </p:cNvPr>
          <p:cNvSpPr/>
          <p:nvPr/>
        </p:nvSpPr>
        <p:spPr>
          <a:xfrm>
            <a:off x="0" y="0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0" dist="635000" dir="42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458F6F99-5C99-4776-B92A-1D71BC5CB6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8945"/>
            </a:avLst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1418C2-2D7C-4580-AB73-88BDDB274215}"/>
              </a:ext>
            </a:extLst>
          </p:cNvPr>
          <p:cNvGrpSpPr/>
          <p:nvPr/>
        </p:nvGrpSpPr>
        <p:grpSpPr>
          <a:xfrm>
            <a:off x="762000" y="1554480"/>
            <a:ext cx="4251960" cy="3556933"/>
            <a:chOff x="762000" y="1554480"/>
            <a:chExt cx="4251960" cy="35569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102DD6-24C4-4917-8047-AC44471F4C3C}"/>
                </a:ext>
              </a:extLst>
            </p:cNvPr>
            <p:cNvSpPr txBox="1"/>
            <p:nvPr/>
          </p:nvSpPr>
          <p:spPr>
            <a:xfrm>
              <a:off x="762000" y="1554480"/>
              <a:ext cx="42519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Arial Black" panose="020B0A04020102020204" pitchFamily="34" charset="0"/>
                </a:rPr>
                <a:t>REINFORCEMENT LEARNING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9F11D4-ECFB-4EB5-8216-A003CDC6CFEC}"/>
                </a:ext>
              </a:extLst>
            </p:cNvPr>
            <p:cNvSpPr txBox="1"/>
            <p:nvPr/>
          </p:nvSpPr>
          <p:spPr>
            <a:xfrm>
              <a:off x="762000" y="3203198"/>
              <a:ext cx="329184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Where agent learns to make optimal and sequential decisions by interacting with an environment</a:t>
              </a:r>
            </a:p>
            <a:p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4AA25A-4993-4663-8752-2C7A07B4EC7D}"/>
                </a:ext>
              </a:extLst>
            </p:cNvPr>
            <p:cNvSpPr/>
            <p:nvPr/>
          </p:nvSpPr>
          <p:spPr>
            <a:xfrm>
              <a:off x="822960" y="2631698"/>
              <a:ext cx="3566160" cy="457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E08231-21D0-4EFC-8E1F-E613B182C6B0}"/>
              </a:ext>
            </a:extLst>
          </p:cNvPr>
          <p:cNvSpPr txBox="1"/>
          <p:nvPr/>
        </p:nvSpPr>
        <p:spPr>
          <a:xfrm>
            <a:off x="579120" y="5111413"/>
            <a:ext cx="323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Presenter : Shebli Sadik</a:t>
            </a:r>
          </a:p>
          <a:p>
            <a:r>
              <a:rPr lang="en-US" sz="1600" dirty="0">
                <a:latin typeface="Arial Black" panose="020B0A04020102020204" pitchFamily="34" charset="0"/>
              </a:rPr>
              <a:t>ID : 00725105101079</a:t>
            </a:r>
          </a:p>
        </p:txBody>
      </p:sp>
    </p:spTree>
    <p:extLst>
      <p:ext uri="{BB962C8B-B14F-4D97-AF65-F5344CB8AC3E}">
        <p14:creationId xmlns:p14="http://schemas.microsoft.com/office/powerpoint/2010/main" val="192292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6" grpId="0" animBg="1"/>
      <p:bldP spid="5" grpId="0" animBg="1"/>
      <p:bldP spid="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 descr="CPU with binary numbers and blueprint">
            <a:extLst>
              <a:ext uri="{FF2B5EF4-FFF2-40B4-BE49-F238E27FC236}">
                <a16:creationId xmlns:a16="http://schemas.microsoft.com/office/drawing/2014/main" id="{C8886704-5E05-418F-8868-7BDFA2437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3" t="31166" r="9213" b="33163"/>
          <a:stretch>
            <a:fillRect/>
          </a:stretch>
        </p:blipFill>
        <p:spPr>
          <a:xfrm>
            <a:off x="1259692" y="2054201"/>
            <a:ext cx="9960135" cy="2446283"/>
          </a:xfrm>
          <a:custGeom>
            <a:avLst/>
            <a:gdLst/>
            <a:ahLst/>
            <a:cxnLst/>
            <a:rect l="l" t="t" r="r" b="b"/>
            <a:pathLst>
              <a:path w="9960135" h="2446283">
                <a:moveTo>
                  <a:pt x="4618062" y="1720704"/>
                </a:moveTo>
                <a:cubicBezTo>
                  <a:pt x="4561566" y="1720704"/>
                  <a:pt x="4516204" y="1740705"/>
                  <a:pt x="4481977" y="1780705"/>
                </a:cubicBezTo>
                <a:cubicBezTo>
                  <a:pt x="4447750" y="1820706"/>
                  <a:pt x="4430636" y="1886893"/>
                  <a:pt x="4430636" y="1979265"/>
                </a:cubicBezTo>
                <a:cubicBezTo>
                  <a:pt x="4430636" y="2070813"/>
                  <a:pt x="4447646" y="2136588"/>
                  <a:pt x="4481668" y="2176588"/>
                </a:cubicBezTo>
                <a:cubicBezTo>
                  <a:pt x="4515689" y="2216589"/>
                  <a:pt x="4561978" y="2236589"/>
                  <a:pt x="4620536" y="2236589"/>
                </a:cubicBezTo>
                <a:cubicBezTo>
                  <a:pt x="4680743" y="2236589"/>
                  <a:pt x="4727342" y="2217001"/>
                  <a:pt x="4760332" y="2177825"/>
                </a:cubicBezTo>
                <a:cubicBezTo>
                  <a:pt x="4793322" y="2138649"/>
                  <a:pt x="4809818" y="2068339"/>
                  <a:pt x="4809818" y="1966894"/>
                </a:cubicBezTo>
                <a:cubicBezTo>
                  <a:pt x="4809818" y="1881532"/>
                  <a:pt x="4792601" y="1819160"/>
                  <a:pt x="4758167" y="1779777"/>
                </a:cubicBezTo>
                <a:cubicBezTo>
                  <a:pt x="4723734" y="1740396"/>
                  <a:pt x="4677032" y="1720704"/>
                  <a:pt x="4618062" y="1720704"/>
                </a:cubicBezTo>
                <a:close/>
                <a:moveTo>
                  <a:pt x="1446237" y="1720704"/>
                </a:moveTo>
                <a:cubicBezTo>
                  <a:pt x="1389742" y="1720704"/>
                  <a:pt x="1344380" y="1740705"/>
                  <a:pt x="1310152" y="1780705"/>
                </a:cubicBezTo>
                <a:cubicBezTo>
                  <a:pt x="1275925" y="1820706"/>
                  <a:pt x="1258811" y="1886893"/>
                  <a:pt x="1258811" y="1979265"/>
                </a:cubicBezTo>
                <a:cubicBezTo>
                  <a:pt x="1258811" y="2070813"/>
                  <a:pt x="1275822" y="2136588"/>
                  <a:pt x="1309843" y="2176588"/>
                </a:cubicBezTo>
                <a:cubicBezTo>
                  <a:pt x="1343864" y="2216589"/>
                  <a:pt x="1390154" y="2236589"/>
                  <a:pt x="1448711" y="2236589"/>
                </a:cubicBezTo>
                <a:cubicBezTo>
                  <a:pt x="1508918" y="2236589"/>
                  <a:pt x="1555517" y="2217001"/>
                  <a:pt x="1588508" y="2177825"/>
                </a:cubicBezTo>
                <a:cubicBezTo>
                  <a:pt x="1621498" y="2138649"/>
                  <a:pt x="1637993" y="2068339"/>
                  <a:pt x="1637993" y="1966894"/>
                </a:cubicBezTo>
                <a:cubicBezTo>
                  <a:pt x="1637993" y="1881532"/>
                  <a:pt x="1620776" y="1819160"/>
                  <a:pt x="1586342" y="1779777"/>
                </a:cubicBezTo>
                <a:cubicBezTo>
                  <a:pt x="1551909" y="1740396"/>
                  <a:pt x="1505207" y="1720704"/>
                  <a:pt x="1446237" y="1720704"/>
                </a:cubicBezTo>
                <a:close/>
                <a:moveTo>
                  <a:pt x="3551494" y="1708333"/>
                </a:moveTo>
                <a:lnTo>
                  <a:pt x="3551494" y="1910604"/>
                </a:lnTo>
                <a:lnTo>
                  <a:pt x="3620155" y="1910604"/>
                </a:lnTo>
                <a:cubicBezTo>
                  <a:pt x="3674177" y="1910604"/>
                  <a:pt x="3712115" y="1901223"/>
                  <a:pt x="3733971" y="1882460"/>
                </a:cubicBezTo>
                <a:cubicBezTo>
                  <a:pt x="3755827" y="1863696"/>
                  <a:pt x="3766756" y="1839675"/>
                  <a:pt x="3766756" y="1810397"/>
                </a:cubicBezTo>
                <a:cubicBezTo>
                  <a:pt x="3766756" y="1781942"/>
                  <a:pt x="3757270" y="1757818"/>
                  <a:pt x="3738302" y="1738024"/>
                </a:cubicBezTo>
                <a:cubicBezTo>
                  <a:pt x="3719332" y="1718230"/>
                  <a:pt x="3683662" y="1708333"/>
                  <a:pt x="3631289" y="1708333"/>
                </a:cubicBezTo>
                <a:close/>
                <a:moveTo>
                  <a:pt x="8208196" y="1524000"/>
                </a:moveTo>
                <a:lnTo>
                  <a:pt x="9059962" y="1524000"/>
                </a:lnTo>
                <a:lnTo>
                  <a:pt x="9059962" y="1747921"/>
                </a:lnTo>
                <a:lnTo>
                  <a:pt x="8774184" y="1747921"/>
                </a:lnTo>
                <a:lnTo>
                  <a:pt x="8774184" y="2430819"/>
                </a:lnTo>
                <a:lnTo>
                  <a:pt x="8493973" y="2430819"/>
                </a:lnTo>
                <a:lnTo>
                  <a:pt x="8493973" y="1747921"/>
                </a:lnTo>
                <a:lnTo>
                  <a:pt x="8208196" y="1747921"/>
                </a:lnTo>
                <a:close/>
                <a:moveTo>
                  <a:pt x="7216489" y="1524000"/>
                </a:moveTo>
                <a:lnTo>
                  <a:pt x="7478142" y="1524000"/>
                </a:lnTo>
                <a:lnTo>
                  <a:pt x="7819591" y="2025696"/>
                </a:lnTo>
                <a:lnTo>
                  <a:pt x="7819591" y="1524000"/>
                </a:lnTo>
                <a:lnTo>
                  <a:pt x="8083720" y="1524000"/>
                </a:lnTo>
                <a:lnTo>
                  <a:pt x="8083720" y="2430819"/>
                </a:lnTo>
                <a:lnTo>
                  <a:pt x="7819591" y="2430819"/>
                </a:lnTo>
                <a:lnTo>
                  <a:pt x="7479998" y="1932911"/>
                </a:lnTo>
                <a:lnTo>
                  <a:pt x="7479998" y="2430819"/>
                </a:lnTo>
                <a:lnTo>
                  <a:pt x="7216489" y="2430819"/>
                </a:lnTo>
                <a:close/>
                <a:moveTo>
                  <a:pt x="6299614" y="1524000"/>
                </a:moveTo>
                <a:lnTo>
                  <a:pt x="7050555" y="1524000"/>
                </a:lnTo>
                <a:lnTo>
                  <a:pt x="7050555" y="1717612"/>
                </a:lnTo>
                <a:lnTo>
                  <a:pt x="6580444" y="1717612"/>
                </a:lnTo>
                <a:lnTo>
                  <a:pt x="6580444" y="1861738"/>
                </a:lnTo>
                <a:lnTo>
                  <a:pt x="7016534" y="1861738"/>
                </a:lnTo>
                <a:lnTo>
                  <a:pt x="7016534" y="2046689"/>
                </a:lnTo>
                <a:lnTo>
                  <a:pt x="6580444" y="2046689"/>
                </a:lnTo>
                <a:lnTo>
                  <a:pt x="6580444" y="2225455"/>
                </a:lnTo>
                <a:lnTo>
                  <a:pt x="7064163" y="2225455"/>
                </a:lnTo>
                <a:lnTo>
                  <a:pt x="7064163" y="2430819"/>
                </a:lnTo>
                <a:lnTo>
                  <a:pt x="6299614" y="2430819"/>
                </a:lnTo>
                <a:close/>
                <a:moveTo>
                  <a:pt x="5244814" y="1524000"/>
                </a:moveTo>
                <a:lnTo>
                  <a:pt x="5506468" y="1524000"/>
                </a:lnTo>
                <a:lnTo>
                  <a:pt x="5847916" y="2025696"/>
                </a:lnTo>
                <a:lnTo>
                  <a:pt x="5847916" y="1524000"/>
                </a:lnTo>
                <a:lnTo>
                  <a:pt x="6112045" y="1524000"/>
                </a:lnTo>
                <a:lnTo>
                  <a:pt x="6112045" y="2430819"/>
                </a:lnTo>
                <a:lnTo>
                  <a:pt x="5847916" y="2430819"/>
                </a:lnTo>
                <a:lnTo>
                  <a:pt x="5508323" y="1932911"/>
                </a:lnTo>
                <a:lnTo>
                  <a:pt x="5508323" y="2430819"/>
                </a:lnTo>
                <a:lnTo>
                  <a:pt x="5244814" y="2430819"/>
                </a:lnTo>
                <a:close/>
                <a:moveTo>
                  <a:pt x="3270046" y="1524000"/>
                </a:moveTo>
                <a:lnTo>
                  <a:pt x="3735827" y="1524000"/>
                </a:lnTo>
                <a:cubicBezTo>
                  <a:pt x="3837272" y="1524000"/>
                  <a:pt x="3913253" y="1548124"/>
                  <a:pt x="3963769" y="1596372"/>
                </a:cubicBezTo>
                <a:cubicBezTo>
                  <a:pt x="4014285" y="1644621"/>
                  <a:pt x="4039543" y="1713282"/>
                  <a:pt x="4039543" y="1802355"/>
                </a:cubicBezTo>
                <a:cubicBezTo>
                  <a:pt x="4039543" y="1893903"/>
                  <a:pt x="4012017" y="1965451"/>
                  <a:pt x="3956965" y="2016998"/>
                </a:cubicBezTo>
                <a:cubicBezTo>
                  <a:pt x="3901912" y="2068545"/>
                  <a:pt x="3817890" y="2094319"/>
                  <a:pt x="3704899" y="2094319"/>
                </a:cubicBezTo>
                <a:lnTo>
                  <a:pt x="3551494" y="2094319"/>
                </a:lnTo>
                <a:lnTo>
                  <a:pt x="3551494" y="2430819"/>
                </a:lnTo>
                <a:lnTo>
                  <a:pt x="3270046" y="2430819"/>
                </a:lnTo>
                <a:close/>
                <a:moveTo>
                  <a:pt x="2068041" y="1524000"/>
                </a:moveTo>
                <a:lnTo>
                  <a:pt x="2436552" y="1524000"/>
                </a:lnTo>
                <a:lnTo>
                  <a:pt x="2578668" y="2075762"/>
                </a:lnTo>
                <a:lnTo>
                  <a:pt x="2719769" y="1524000"/>
                </a:lnTo>
                <a:lnTo>
                  <a:pt x="3088057" y="1524000"/>
                </a:lnTo>
                <a:lnTo>
                  <a:pt x="3088057" y="2430819"/>
                </a:lnTo>
                <a:lnTo>
                  <a:pt x="2858570" y="2430819"/>
                </a:lnTo>
                <a:lnTo>
                  <a:pt x="2858570" y="1739261"/>
                </a:lnTo>
                <a:lnTo>
                  <a:pt x="2681746" y="2430819"/>
                </a:lnTo>
                <a:lnTo>
                  <a:pt x="2474033" y="2430819"/>
                </a:lnTo>
                <a:lnTo>
                  <a:pt x="2297529" y="1739261"/>
                </a:lnTo>
                <a:lnTo>
                  <a:pt x="2297529" y="2430819"/>
                </a:lnTo>
                <a:lnTo>
                  <a:pt x="2068041" y="2430819"/>
                </a:lnTo>
                <a:close/>
                <a:moveTo>
                  <a:pt x="9556829" y="1508536"/>
                </a:moveTo>
                <a:cubicBezTo>
                  <a:pt x="9672708" y="1508536"/>
                  <a:pt x="9761059" y="1530083"/>
                  <a:pt x="9821885" y="1573176"/>
                </a:cubicBezTo>
                <a:cubicBezTo>
                  <a:pt x="9882711" y="1616270"/>
                  <a:pt x="9918897" y="1684828"/>
                  <a:pt x="9930444" y="1778850"/>
                </a:cubicBezTo>
                <a:lnTo>
                  <a:pt x="9666316" y="1794314"/>
                </a:lnTo>
                <a:cubicBezTo>
                  <a:pt x="9659306" y="1753488"/>
                  <a:pt x="9644564" y="1723797"/>
                  <a:pt x="9622088" y="1705240"/>
                </a:cubicBezTo>
                <a:cubicBezTo>
                  <a:pt x="9599613" y="1686683"/>
                  <a:pt x="9568582" y="1677405"/>
                  <a:pt x="9528994" y="1677405"/>
                </a:cubicBezTo>
                <a:cubicBezTo>
                  <a:pt x="9496416" y="1677405"/>
                  <a:pt x="9471879" y="1684312"/>
                  <a:pt x="9455384" y="1698127"/>
                </a:cubicBezTo>
                <a:cubicBezTo>
                  <a:pt x="9438889" y="1711941"/>
                  <a:pt x="9430642" y="1728746"/>
                  <a:pt x="9430642" y="1748540"/>
                </a:cubicBezTo>
                <a:cubicBezTo>
                  <a:pt x="9430642" y="1762973"/>
                  <a:pt x="9437446" y="1775963"/>
                  <a:pt x="9451054" y="1787510"/>
                </a:cubicBezTo>
                <a:cubicBezTo>
                  <a:pt x="9464251" y="1799468"/>
                  <a:pt x="9495591" y="1810603"/>
                  <a:pt x="9545077" y="1820912"/>
                </a:cubicBezTo>
                <a:cubicBezTo>
                  <a:pt x="9667553" y="1847304"/>
                  <a:pt x="9755286" y="1874006"/>
                  <a:pt x="9808277" y="1901017"/>
                </a:cubicBezTo>
                <a:cubicBezTo>
                  <a:pt x="9861267" y="1928027"/>
                  <a:pt x="9899825" y="1961533"/>
                  <a:pt x="9923949" y="2001534"/>
                </a:cubicBezTo>
                <a:cubicBezTo>
                  <a:pt x="9948073" y="2041534"/>
                  <a:pt x="9960135" y="2086277"/>
                  <a:pt x="9960135" y="2135763"/>
                </a:cubicBezTo>
                <a:cubicBezTo>
                  <a:pt x="9960135" y="2193908"/>
                  <a:pt x="9944052" y="2247517"/>
                  <a:pt x="9911887" y="2296590"/>
                </a:cubicBezTo>
                <a:cubicBezTo>
                  <a:pt x="9879721" y="2345663"/>
                  <a:pt x="9834772" y="2382880"/>
                  <a:pt x="9777039" y="2408241"/>
                </a:cubicBezTo>
                <a:cubicBezTo>
                  <a:pt x="9719306" y="2433603"/>
                  <a:pt x="9646522" y="2446283"/>
                  <a:pt x="9558685" y="2446283"/>
                </a:cubicBezTo>
                <a:cubicBezTo>
                  <a:pt x="9404456" y="2446283"/>
                  <a:pt x="9297650" y="2416592"/>
                  <a:pt x="9238267" y="2357210"/>
                </a:cubicBezTo>
                <a:cubicBezTo>
                  <a:pt x="9178885" y="2297827"/>
                  <a:pt x="9145276" y="2222362"/>
                  <a:pt x="9137441" y="2130814"/>
                </a:cubicBezTo>
                <a:lnTo>
                  <a:pt x="9404043" y="2114113"/>
                </a:lnTo>
                <a:cubicBezTo>
                  <a:pt x="9409817" y="2157412"/>
                  <a:pt x="9421570" y="2190403"/>
                  <a:pt x="9439302" y="2213083"/>
                </a:cubicBezTo>
                <a:cubicBezTo>
                  <a:pt x="9468168" y="2249785"/>
                  <a:pt x="9509406" y="2268136"/>
                  <a:pt x="9563015" y="2268136"/>
                </a:cubicBezTo>
                <a:cubicBezTo>
                  <a:pt x="9603016" y="2268136"/>
                  <a:pt x="9633841" y="2258755"/>
                  <a:pt x="9655491" y="2239991"/>
                </a:cubicBezTo>
                <a:cubicBezTo>
                  <a:pt x="9677141" y="2221228"/>
                  <a:pt x="9687966" y="2199475"/>
                  <a:pt x="9687966" y="2174732"/>
                </a:cubicBezTo>
                <a:cubicBezTo>
                  <a:pt x="9687966" y="2151227"/>
                  <a:pt x="9677657" y="2130195"/>
                  <a:pt x="9657037" y="2111638"/>
                </a:cubicBezTo>
                <a:cubicBezTo>
                  <a:pt x="9636419" y="2093082"/>
                  <a:pt x="9588583" y="2075556"/>
                  <a:pt x="9513530" y="2059060"/>
                </a:cubicBezTo>
                <a:cubicBezTo>
                  <a:pt x="9390641" y="2031431"/>
                  <a:pt x="9303011" y="1994729"/>
                  <a:pt x="9250639" y="1948956"/>
                </a:cubicBezTo>
                <a:cubicBezTo>
                  <a:pt x="9197854" y="1903182"/>
                  <a:pt x="9171462" y="1844830"/>
                  <a:pt x="9171462" y="1773901"/>
                </a:cubicBezTo>
                <a:cubicBezTo>
                  <a:pt x="9171462" y="1727302"/>
                  <a:pt x="9184968" y="1683281"/>
                  <a:pt x="9211978" y="1641837"/>
                </a:cubicBezTo>
                <a:cubicBezTo>
                  <a:pt x="9238989" y="1600393"/>
                  <a:pt x="9279609" y="1567815"/>
                  <a:pt x="9333836" y="1544104"/>
                </a:cubicBezTo>
                <a:cubicBezTo>
                  <a:pt x="9388064" y="1520392"/>
                  <a:pt x="9462395" y="1508536"/>
                  <a:pt x="9556829" y="1508536"/>
                </a:cubicBezTo>
                <a:close/>
                <a:moveTo>
                  <a:pt x="4618680" y="1508536"/>
                </a:moveTo>
                <a:cubicBezTo>
                  <a:pt x="4769610" y="1508536"/>
                  <a:pt x="4885901" y="1549052"/>
                  <a:pt x="4967552" y="1630084"/>
                </a:cubicBezTo>
                <a:cubicBezTo>
                  <a:pt x="5049202" y="1711117"/>
                  <a:pt x="5090028" y="1824624"/>
                  <a:pt x="5090028" y="1970605"/>
                </a:cubicBezTo>
                <a:cubicBezTo>
                  <a:pt x="5090028" y="2076586"/>
                  <a:pt x="5072192" y="2163495"/>
                  <a:pt x="5036522" y="2231331"/>
                </a:cubicBezTo>
                <a:cubicBezTo>
                  <a:pt x="5000851" y="2299167"/>
                  <a:pt x="4949304" y="2351952"/>
                  <a:pt x="4881880" y="2389684"/>
                </a:cubicBezTo>
                <a:cubicBezTo>
                  <a:pt x="4814457" y="2427417"/>
                  <a:pt x="4730435" y="2446283"/>
                  <a:pt x="4629815" y="2446283"/>
                </a:cubicBezTo>
                <a:cubicBezTo>
                  <a:pt x="4527545" y="2446283"/>
                  <a:pt x="4442905" y="2429994"/>
                  <a:pt x="4375893" y="2397416"/>
                </a:cubicBezTo>
                <a:cubicBezTo>
                  <a:pt x="4308881" y="2364839"/>
                  <a:pt x="4254550" y="2313291"/>
                  <a:pt x="4212900" y="2242775"/>
                </a:cubicBezTo>
                <a:cubicBezTo>
                  <a:pt x="4171251" y="2172258"/>
                  <a:pt x="4150425" y="2084009"/>
                  <a:pt x="4150425" y="1978028"/>
                </a:cubicBezTo>
                <a:cubicBezTo>
                  <a:pt x="4150425" y="1829984"/>
                  <a:pt x="4191663" y="1714725"/>
                  <a:pt x="4274138" y="1632249"/>
                </a:cubicBezTo>
                <a:cubicBezTo>
                  <a:pt x="4356614" y="1549774"/>
                  <a:pt x="4471461" y="1508536"/>
                  <a:pt x="4618680" y="1508536"/>
                </a:cubicBezTo>
                <a:close/>
                <a:moveTo>
                  <a:pt x="1446856" y="1508536"/>
                </a:moveTo>
                <a:cubicBezTo>
                  <a:pt x="1597786" y="1508536"/>
                  <a:pt x="1714077" y="1549052"/>
                  <a:pt x="1795727" y="1630084"/>
                </a:cubicBezTo>
                <a:cubicBezTo>
                  <a:pt x="1877378" y="1711117"/>
                  <a:pt x="1918204" y="1824624"/>
                  <a:pt x="1918204" y="1970605"/>
                </a:cubicBezTo>
                <a:cubicBezTo>
                  <a:pt x="1918204" y="2076586"/>
                  <a:pt x="1900368" y="2163495"/>
                  <a:pt x="1864698" y="2231331"/>
                </a:cubicBezTo>
                <a:cubicBezTo>
                  <a:pt x="1829027" y="2299167"/>
                  <a:pt x="1777480" y="2351952"/>
                  <a:pt x="1710056" y="2389684"/>
                </a:cubicBezTo>
                <a:cubicBezTo>
                  <a:pt x="1642632" y="2427417"/>
                  <a:pt x="1558610" y="2446283"/>
                  <a:pt x="1457990" y="2446283"/>
                </a:cubicBezTo>
                <a:cubicBezTo>
                  <a:pt x="1355720" y="2446283"/>
                  <a:pt x="1271080" y="2429994"/>
                  <a:pt x="1204068" y="2397416"/>
                </a:cubicBezTo>
                <a:cubicBezTo>
                  <a:pt x="1137057" y="2364839"/>
                  <a:pt x="1082726" y="2313291"/>
                  <a:pt x="1041076" y="2242775"/>
                </a:cubicBezTo>
                <a:cubicBezTo>
                  <a:pt x="999426" y="2172258"/>
                  <a:pt x="978600" y="2084009"/>
                  <a:pt x="978600" y="1978028"/>
                </a:cubicBezTo>
                <a:cubicBezTo>
                  <a:pt x="978600" y="1829984"/>
                  <a:pt x="1019838" y="1714725"/>
                  <a:pt x="1102313" y="1632249"/>
                </a:cubicBezTo>
                <a:cubicBezTo>
                  <a:pt x="1184789" y="1549774"/>
                  <a:pt x="1299636" y="1508536"/>
                  <a:pt x="1446856" y="1508536"/>
                </a:cubicBezTo>
                <a:close/>
                <a:moveTo>
                  <a:pt x="458357" y="1508536"/>
                </a:moveTo>
                <a:cubicBezTo>
                  <a:pt x="572586" y="1508536"/>
                  <a:pt x="662381" y="1531629"/>
                  <a:pt x="727743" y="1577815"/>
                </a:cubicBezTo>
                <a:cubicBezTo>
                  <a:pt x="793105" y="1624002"/>
                  <a:pt x="841663" y="1694931"/>
                  <a:pt x="873416" y="1790602"/>
                </a:cubicBezTo>
                <a:lnTo>
                  <a:pt x="625989" y="1845655"/>
                </a:lnTo>
                <a:cubicBezTo>
                  <a:pt x="617329" y="1818025"/>
                  <a:pt x="608257" y="1797819"/>
                  <a:pt x="598772" y="1785035"/>
                </a:cubicBezTo>
                <a:cubicBezTo>
                  <a:pt x="583102" y="1763592"/>
                  <a:pt x="563926" y="1747097"/>
                  <a:pt x="541246" y="1735550"/>
                </a:cubicBezTo>
                <a:cubicBezTo>
                  <a:pt x="518565" y="1724003"/>
                  <a:pt x="493204" y="1718230"/>
                  <a:pt x="465162" y="1718230"/>
                </a:cubicBezTo>
                <a:cubicBezTo>
                  <a:pt x="401656" y="1718230"/>
                  <a:pt x="352995" y="1743769"/>
                  <a:pt x="319180" y="1794845"/>
                </a:cubicBezTo>
                <a:cubicBezTo>
                  <a:pt x="293613" y="1832739"/>
                  <a:pt x="280829" y="1892253"/>
                  <a:pt x="280829" y="1973389"/>
                </a:cubicBezTo>
                <a:cubicBezTo>
                  <a:pt x="280829" y="2073893"/>
                  <a:pt x="296087" y="2142783"/>
                  <a:pt x="326603" y="2180058"/>
                </a:cubicBezTo>
                <a:cubicBezTo>
                  <a:pt x="357119" y="2217333"/>
                  <a:pt x="400006" y="2235970"/>
                  <a:pt x="455265" y="2235970"/>
                </a:cubicBezTo>
                <a:cubicBezTo>
                  <a:pt x="508874" y="2235970"/>
                  <a:pt x="549390" y="2220919"/>
                  <a:pt x="576813" y="2190815"/>
                </a:cubicBezTo>
                <a:cubicBezTo>
                  <a:pt x="604236" y="2160712"/>
                  <a:pt x="624133" y="2117000"/>
                  <a:pt x="636505" y="2059679"/>
                </a:cubicBezTo>
                <a:lnTo>
                  <a:pt x="882076" y="2133907"/>
                </a:lnTo>
                <a:cubicBezTo>
                  <a:pt x="865581" y="2202774"/>
                  <a:pt x="839601" y="2260301"/>
                  <a:pt x="804136" y="2306487"/>
                </a:cubicBezTo>
                <a:cubicBezTo>
                  <a:pt x="768672" y="2352673"/>
                  <a:pt x="724651" y="2387519"/>
                  <a:pt x="672073" y="2411025"/>
                </a:cubicBezTo>
                <a:cubicBezTo>
                  <a:pt x="619494" y="2434530"/>
                  <a:pt x="552586" y="2446283"/>
                  <a:pt x="471348" y="2446283"/>
                </a:cubicBezTo>
                <a:cubicBezTo>
                  <a:pt x="372789" y="2446283"/>
                  <a:pt x="292272" y="2431963"/>
                  <a:pt x="229797" y="2403322"/>
                </a:cubicBezTo>
                <a:cubicBezTo>
                  <a:pt x="167322" y="2374681"/>
                  <a:pt x="113403" y="2324302"/>
                  <a:pt x="68042" y="2252184"/>
                </a:cubicBezTo>
                <a:cubicBezTo>
                  <a:pt x="22680" y="2180066"/>
                  <a:pt x="0" y="2087753"/>
                  <a:pt x="0" y="1975245"/>
                </a:cubicBezTo>
                <a:cubicBezTo>
                  <a:pt x="0" y="1825242"/>
                  <a:pt x="39897" y="1709957"/>
                  <a:pt x="119692" y="1629388"/>
                </a:cubicBezTo>
                <a:cubicBezTo>
                  <a:pt x="199487" y="1548820"/>
                  <a:pt x="312376" y="1508536"/>
                  <a:pt x="458357" y="1508536"/>
                </a:cubicBezTo>
                <a:close/>
                <a:moveTo>
                  <a:pt x="1912910" y="0"/>
                </a:moveTo>
                <a:lnTo>
                  <a:pt x="2224156" y="0"/>
                </a:lnTo>
                <a:lnTo>
                  <a:pt x="2406875" y="305910"/>
                </a:lnTo>
                <a:lnTo>
                  <a:pt x="2589942" y="0"/>
                </a:lnTo>
                <a:lnTo>
                  <a:pt x="2899525" y="0"/>
                </a:lnTo>
                <a:lnTo>
                  <a:pt x="2546942" y="527019"/>
                </a:lnTo>
                <a:lnTo>
                  <a:pt x="2546942" y="906819"/>
                </a:lnTo>
                <a:lnTo>
                  <a:pt x="2266113" y="906819"/>
                </a:lnTo>
                <a:lnTo>
                  <a:pt x="2266113" y="527019"/>
                </a:lnTo>
                <a:close/>
                <a:moveTo>
                  <a:pt x="1089440" y="0"/>
                </a:moveTo>
                <a:lnTo>
                  <a:pt x="1840380" y="0"/>
                </a:lnTo>
                <a:lnTo>
                  <a:pt x="1840380" y="193612"/>
                </a:lnTo>
                <a:lnTo>
                  <a:pt x="1370270" y="193612"/>
                </a:lnTo>
                <a:lnTo>
                  <a:pt x="1370270" y="337738"/>
                </a:lnTo>
                <a:lnTo>
                  <a:pt x="1806359" y="337738"/>
                </a:lnTo>
                <a:lnTo>
                  <a:pt x="1806359" y="522689"/>
                </a:lnTo>
                <a:lnTo>
                  <a:pt x="1370270" y="522689"/>
                </a:lnTo>
                <a:lnTo>
                  <a:pt x="1370270" y="701455"/>
                </a:lnTo>
                <a:lnTo>
                  <a:pt x="1853989" y="701455"/>
                </a:lnTo>
                <a:lnTo>
                  <a:pt x="1853989" y="906819"/>
                </a:lnTo>
                <a:lnTo>
                  <a:pt x="1089440" y="906819"/>
                </a:lnTo>
                <a:close/>
                <a:moveTo>
                  <a:pt x="34021" y="0"/>
                </a:moveTo>
                <a:lnTo>
                  <a:pt x="314231" y="0"/>
                </a:lnTo>
                <a:lnTo>
                  <a:pt x="314231" y="342686"/>
                </a:lnTo>
                <a:lnTo>
                  <a:pt x="607751" y="0"/>
                </a:lnTo>
                <a:lnTo>
                  <a:pt x="980428" y="0"/>
                </a:lnTo>
                <a:lnTo>
                  <a:pt x="649514" y="342271"/>
                </a:lnTo>
                <a:lnTo>
                  <a:pt x="995274" y="906819"/>
                </a:lnTo>
                <a:lnTo>
                  <a:pt x="650200" y="906819"/>
                </a:lnTo>
                <a:lnTo>
                  <a:pt x="458995" y="533891"/>
                </a:lnTo>
                <a:lnTo>
                  <a:pt x="314231" y="685537"/>
                </a:lnTo>
                <a:lnTo>
                  <a:pt x="314231" y="906819"/>
                </a:lnTo>
                <a:lnTo>
                  <a:pt x="34021" y="90681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9A442ED-A978-46BB-B1E3-852561FA2214}"/>
              </a:ext>
            </a:extLst>
          </p:cNvPr>
          <p:cNvGrpSpPr/>
          <p:nvPr/>
        </p:nvGrpSpPr>
        <p:grpSpPr>
          <a:xfrm>
            <a:off x="-3828449" y="1187014"/>
            <a:ext cx="3771344" cy="4841055"/>
            <a:chOff x="2438400" y="1029830"/>
            <a:chExt cx="4155496" cy="52266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DF20B9-23AD-407E-A3F1-33E519BD2F8E}"/>
                </a:ext>
              </a:extLst>
            </p:cNvPr>
            <p:cNvSpPr txBox="1"/>
            <p:nvPr/>
          </p:nvSpPr>
          <p:spPr>
            <a:xfrm>
              <a:off x="2438400" y="3923275"/>
              <a:ext cx="921320" cy="2333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rgbClr val="32D6EC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1</a:t>
              </a: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4CA7EEA-A9A1-49B9-A44C-56936DF965A8}"/>
                </a:ext>
              </a:extLst>
            </p:cNvPr>
            <p:cNvSpPr/>
            <p:nvPr/>
          </p:nvSpPr>
          <p:spPr>
            <a:xfrm>
              <a:off x="3049508" y="1029830"/>
              <a:ext cx="3544388" cy="4788997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06AE4FD-8D54-4969-B394-3E61A0394E67}"/>
                </a:ext>
              </a:extLst>
            </p:cNvPr>
            <p:cNvSpPr/>
            <p:nvPr/>
          </p:nvSpPr>
          <p:spPr>
            <a:xfrm>
              <a:off x="3359722" y="1637211"/>
              <a:ext cx="1412576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32D6EC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C0D593-8035-4350-BF8A-5EB011DB034A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rgbClr val="32D6E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990932-92F1-454B-A41F-E5535CE6D1EF}"/>
                </a:ext>
              </a:extLst>
            </p:cNvPr>
            <p:cNvSpPr txBox="1"/>
            <p:nvPr/>
          </p:nvSpPr>
          <p:spPr>
            <a:xfrm>
              <a:off x="3578329" y="1736629"/>
              <a:ext cx="1132115" cy="368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AGENT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53DF34-56CB-4471-BCE2-BDAB00172858}"/>
                </a:ext>
              </a:extLst>
            </p:cNvPr>
            <p:cNvSpPr txBox="1"/>
            <p:nvPr/>
          </p:nvSpPr>
          <p:spPr>
            <a:xfrm>
              <a:off x="3941627" y="2508955"/>
              <a:ext cx="1516113" cy="2890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The agent is the learner or </a:t>
              </a:r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decision-maker.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22A575-CE30-4A17-83D7-8AEB5236D161}"/>
              </a:ext>
            </a:extLst>
          </p:cNvPr>
          <p:cNvGrpSpPr/>
          <p:nvPr/>
        </p:nvGrpSpPr>
        <p:grpSpPr>
          <a:xfrm>
            <a:off x="-4480882" y="1187014"/>
            <a:ext cx="5076210" cy="4828344"/>
            <a:chOff x="2216867" y="984069"/>
            <a:chExt cx="6263329" cy="507952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563BA7-AD25-4589-89C7-C9C43085AEE6}"/>
                </a:ext>
              </a:extLst>
            </p:cNvPr>
            <p:cNvSpPr txBox="1"/>
            <p:nvPr/>
          </p:nvSpPr>
          <p:spPr>
            <a:xfrm>
              <a:off x="2216867" y="3816829"/>
              <a:ext cx="84473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rgbClr val="C00000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2</a:t>
              </a: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FED0A14E-CD68-4B2E-908B-420B810164E7}"/>
                </a:ext>
              </a:extLst>
            </p:cNvPr>
            <p:cNvSpPr/>
            <p:nvPr/>
          </p:nvSpPr>
          <p:spPr>
            <a:xfrm>
              <a:off x="3082835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63691D-2A3B-4701-88E8-9B8B22E99839}"/>
                </a:ext>
              </a:extLst>
            </p:cNvPr>
            <p:cNvSpPr/>
            <p:nvPr/>
          </p:nvSpPr>
          <p:spPr>
            <a:xfrm>
              <a:off x="3359722" y="1637211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Environment</a:t>
              </a: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8E7D867F-92EF-4024-8A35-19F57CF8F991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C77392-010C-4137-8A8B-5543210C26D4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CDA22E-918C-49AC-84E7-44D7A1FFF11B}"/>
                </a:ext>
              </a:extLst>
            </p:cNvPr>
            <p:cNvSpPr txBox="1"/>
            <p:nvPr/>
          </p:nvSpPr>
          <p:spPr>
            <a:xfrm>
              <a:off x="3901815" y="2560187"/>
              <a:ext cx="1682880" cy="2428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The system the agent interacts with.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08F250-115E-40A3-9872-5352EF1F9B52}"/>
              </a:ext>
            </a:extLst>
          </p:cNvPr>
          <p:cNvGrpSpPr/>
          <p:nvPr/>
        </p:nvGrpSpPr>
        <p:grpSpPr>
          <a:xfrm>
            <a:off x="-4907793" y="1149539"/>
            <a:ext cx="5930032" cy="5141385"/>
            <a:chOff x="2349263" y="1076886"/>
            <a:chExt cx="6130933" cy="48884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5C9C1C-505F-4BE9-99C1-02AFF843946E}"/>
                </a:ext>
              </a:extLst>
            </p:cNvPr>
            <p:cNvSpPr txBox="1"/>
            <p:nvPr/>
          </p:nvSpPr>
          <p:spPr>
            <a:xfrm>
              <a:off x="2349263" y="3718598"/>
              <a:ext cx="84473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3</a:t>
              </a:r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808AABBA-0953-4620-A6DA-68188AAB9F64}"/>
                </a:ext>
              </a:extLst>
            </p:cNvPr>
            <p:cNvSpPr/>
            <p:nvPr/>
          </p:nvSpPr>
          <p:spPr>
            <a:xfrm>
              <a:off x="3079117" y="1076886"/>
              <a:ext cx="2969802" cy="4343666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A27F0EF-3288-4410-98D8-19990FBC68A5}"/>
                </a:ext>
              </a:extLst>
            </p:cNvPr>
            <p:cNvSpPr/>
            <p:nvPr/>
          </p:nvSpPr>
          <p:spPr>
            <a:xfrm>
              <a:off x="3242992" y="1614994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STATE</a:t>
              </a:r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BE9DB727-C6A9-442A-8D7B-DF3EAA62578A}"/>
                </a:ext>
              </a:extLst>
            </p:cNvPr>
            <p:cNvSpPr/>
            <p:nvPr/>
          </p:nvSpPr>
          <p:spPr>
            <a:xfrm rot="10800000">
              <a:off x="3252945" y="2217112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04E041-8EDC-4B2D-9037-6717831547F9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CB0F5F-6355-4855-8151-52F40258C54E}"/>
                </a:ext>
              </a:extLst>
            </p:cNvPr>
            <p:cNvSpPr txBox="1"/>
            <p:nvPr/>
          </p:nvSpPr>
          <p:spPr>
            <a:xfrm>
              <a:off x="3739999" y="2510359"/>
              <a:ext cx="1523993" cy="192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T</a:t>
              </a:r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he current situation of the agent.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DB5FF25-2D8D-4632-9235-8E5742377E28}"/>
              </a:ext>
            </a:extLst>
          </p:cNvPr>
          <p:cNvGrpSpPr/>
          <p:nvPr/>
        </p:nvGrpSpPr>
        <p:grpSpPr>
          <a:xfrm>
            <a:off x="-4702146" y="1149539"/>
            <a:ext cx="5518739" cy="5033296"/>
            <a:chOff x="2438400" y="984069"/>
            <a:chExt cx="6041796" cy="530908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85CA790-CB22-45E7-9EE6-8661FCA7D59E}"/>
                </a:ext>
              </a:extLst>
            </p:cNvPr>
            <p:cNvSpPr txBox="1"/>
            <p:nvPr/>
          </p:nvSpPr>
          <p:spPr>
            <a:xfrm>
              <a:off x="2438400" y="3923275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4</a:t>
              </a:r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E9B4C6AC-FF3C-49DB-A581-34800FDEE1E4}"/>
                </a:ext>
              </a:extLst>
            </p:cNvPr>
            <p:cNvSpPr/>
            <p:nvPr/>
          </p:nvSpPr>
          <p:spPr>
            <a:xfrm>
              <a:off x="3260308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F83E1F7-3513-4EC7-8519-67A46A7982FB}"/>
                </a:ext>
              </a:extLst>
            </p:cNvPr>
            <p:cNvSpPr/>
            <p:nvPr/>
          </p:nvSpPr>
          <p:spPr>
            <a:xfrm>
              <a:off x="3357158" y="1637210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ACTION</a:t>
              </a:r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547017FD-8BC0-459E-AC54-7BAD66CEEE84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2AF4AD-1E78-4AB5-A0BE-F55F64129A4B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B347C6-6524-4F23-8EFC-5C8AA64E586E}"/>
                </a:ext>
              </a:extLst>
            </p:cNvPr>
            <p:cNvSpPr txBox="1"/>
            <p:nvPr/>
          </p:nvSpPr>
          <p:spPr>
            <a:xfrm>
              <a:off x="4022019" y="2543133"/>
              <a:ext cx="1523993" cy="2045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Possible moves the agent can take</a:t>
              </a:r>
            </a:p>
          </p:txBody>
        </p:sp>
      </p:grpSp>
      <p:sp>
        <p:nvSpPr>
          <p:cNvPr id="2" name="Frame 1">
            <a:extLst>
              <a:ext uri="{FF2B5EF4-FFF2-40B4-BE49-F238E27FC236}">
                <a16:creationId xmlns:a16="http://schemas.microsoft.com/office/drawing/2014/main" id="{58AA3303-575D-48B0-8D43-4FE29E78D7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0056"/>
            </a:avLst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2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9A442ED-A978-46BB-B1E3-852561FA2214}"/>
              </a:ext>
            </a:extLst>
          </p:cNvPr>
          <p:cNvGrpSpPr/>
          <p:nvPr/>
        </p:nvGrpSpPr>
        <p:grpSpPr>
          <a:xfrm>
            <a:off x="-64484" y="983248"/>
            <a:ext cx="4268813" cy="4841055"/>
            <a:chOff x="2438400" y="1029830"/>
            <a:chExt cx="4155496" cy="52266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DF20B9-23AD-407E-A3F1-33E519BD2F8E}"/>
                </a:ext>
              </a:extLst>
            </p:cNvPr>
            <p:cNvSpPr txBox="1"/>
            <p:nvPr/>
          </p:nvSpPr>
          <p:spPr>
            <a:xfrm>
              <a:off x="2438400" y="3923275"/>
              <a:ext cx="921320" cy="2333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rgbClr val="32D6EC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1</a:t>
              </a: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4CA7EEA-A9A1-49B9-A44C-56936DF965A8}"/>
                </a:ext>
              </a:extLst>
            </p:cNvPr>
            <p:cNvSpPr/>
            <p:nvPr/>
          </p:nvSpPr>
          <p:spPr>
            <a:xfrm>
              <a:off x="3049508" y="1029830"/>
              <a:ext cx="3544388" cy="4788997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06AE4FD-8D54-4969-B394-3E61A0394E67}"/>
                </a:ext>
              </a:extLst>
            </p:cNvPr>
            <p:cNvSpPr/>
            <p:nvPr/>
          </p:nvSpPr>
          <p:spPr>
            <a:xfrm>
              <a:off x="3359722" y="1637211"/>
              <a:ext cx="1412576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32D6EC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C0D593-8035-4350-BF8A-5EB011DB034A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rgbClr val="32D6E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990932-92F1-454B-A41F-E5535CE6D1EF}"/>
                </a:ext>
              </a:extLst>
            </p:cNvPr>
            <p:cNvSpPr txBox="1"/>
            <p:nvPr/>
          </p:nvSpPr>
          <p:spPr>
            <a:xfrm>
              <a:off x="3578329" y="1736629"/>
              <a:ext cx="1132115" cy="368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AGENT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53DF34-56CB-4471-BCE2-BDAB00172858}"/>
                </a:ext>
              </a:extLst>
            </p:cNvPr>
            <p:cNvSpPr txBox="1"/>
            <p:nvPr/>
          </p:nvSpPr>
          <p:spPr>
            <a:xfrm>
              <a:off x="3941627" y="2508955"/>
              <a:ext cx="1516113" cy="2890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The agent is the learner or </a:t>
              </a:r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decision-maker.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22A575-CE30-4A17-83D7-8AEB5236D161}"/>
              </a:ext>
            </a:extLst>
          </p:cNvPr>
          <p:cNvGrpSpPr/>
          <p:nvPr/>
        </p:nvGrpSpPr>
        <p:grpSpPr>
          <a:xfrm>
            <a:off x="3828692" y="983248"/>
            <a:ext cx="5771021" cy="4828344"/>
            <a:chOff x="2216867" y="984069"/>
            <a:chExt cx="6263329" cy="507952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563BA7-AD25-4589-89C7-C9C43085AEE6}"/>
                </a:ext>
              </a:extLst>
            </p:cNvPr>
            <p:cNvSpPr txBox="1"/>
            <p:nvPr/>
          </p:nvSpPr>
          <p:spPr>
            <a:xfrm>
              <a:off x="2216867" y="3816829"/>
              <a:ext cx="84473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rgbClr val="C00000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2</a:t>
              </a: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FED0A14E-CD68-4B2E-908B-420B810164E7}"/>
                </a:ext>
              </a:extLst>
            </p:cNvPr>
            <p:cNvSpPr/>
            <p:nvPr/>
          </p:nvSpPr>
          <p:spPr>
            <a:xfrm>
              <a:off x="3082835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63691D-2A3B-4701-88E8-9B8B22E99839}"/>
                </a:ext>
              </a:extLst>
            </p:cNvPr>
            <p:cNvSpPr/>
            <p:nvPr/>
          </p:nvSpPr>
          <p:spPr>
            <a:xfrm>
              <a:off x="3359722" y="1637211"/>
              <a:ext cx="2030449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Environment</a:t>
              </a: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8E7D867F-92EF-4024-8A35-19F57CF8F991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C77392-010C-4137-8A8B-5543210C26D4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CDA22E-918C-49AC-84E7-44D7A1FFF11B}"/>
                </a:ext>
              </a:extLst>
            </p:cNvPr>
            <p:cNvSpPr txBox="1"/>
            <p:nvPr/>
          </p:nvSpPr>
          <p:spPr>
            <a:xfrm>
              <a:off x="3901815" y="2560187"/>
              <a:ext cx="1682880" cy="2428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The system the agent interacts with.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08F250-115E-40A3-9872-5352EF1F9B52}"/>
              </a:ext>
            </a:extLst>
          </p:cNvPr>
          <p:cNvGrpSpPr/>
          <p:nvPr/>
        </p:nvGrpSpPr>
        <p:grpSpPr>
          <a:xfrm>
            <a:off x="7387874" y="858307"/>
            <a:ext cx="6648781" cy="5141385"/>
            <a:chOff x="2349263" y="1076886"/>
            <a:chExt cx="6130933" cy="48884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5C9C1C-505F-4BE9-99C1-02AFF843946E}"/>
                </a:ext>
              </a:extLst>
            </p:cNvPr>
            <p:cNvSpPr txBox="1"/>
            <p:nvPr/>
          </p:nvSpPr>
          <p:spPr>
            <a:xfrm>
              <a:off x="2349263" y="3718598"/>
              <a:ext cx="84473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3</a:t>
              </a:r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808AABBA-0953-4620-A6DA-68188AAB9F64}"/>
                </a:ext>
              </a:extLst>
            </p:cNvPr>
            <p:cNvSpPr/>
            <p:nvPr/>
          </p:nvSpPr>
          <p:spPr>
            <a:xfrm>
              <a:off x="3079117" y="1076886"/>
              <a:ext cx="2969802" cy="4343666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A27F0EF-3288-4410-98D8-19990FBC68A5}"/>
                </a:ext>
              </a:extLst>
            </p:cNvPr>
            <p:cNvSpPr/>
            <p:nvPr/>
          </p:nvSpPr>
          <p:spPr>
            <a:xfrm>
              <a:off x="3242992" y="1614994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STATE</a:t>
              </a:r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BE9DB727-C6A9-442A-8D7B-DF3EAA62578A}"/>
                </a:ext>
              </a:extLst>
            </p:cNvPr>
            <p:cNvSpPr/>
            <p:nvPr/>
          </p:nvSpPr>
          <p:spPr>
            <a:xfrm rot="10800000">
              <a:off x="3252945" y="2217112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04E041-8EDC-4B2D-9037-6717831547F9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CB0F5F-6355-4855-8151-52F40258C54E}"/>
                </a:ext>
              </a:extLst>
            </p:cNvPr>
            <p:cNvSpPr txBox="1"/>
            <p:nvPr/>
          </p:nvSpPr>
          <p:spPr>
            <a:xfrm>
              <a:off x="3739999" y="2510359"/>
              <a:ext cx="1523993" cy="192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T</a:t>
              </a:r>
              <a:r>
                <a:rPr lang="en-US" sz="2400" b="0" i="0" dirty="0">
                  <a:effectLst/>
                  <a:latin typeface="Palatino Linotype" panose="02040502050505030304" pitchFamily="18" charset="0"/>
                </a:rPr>
                <a:t>he current situation of the agent.</a:t>
              </a:r>
              <a:endParaRPr lang="en-US" sz="2400" dirty="0"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F8D7D9E-934F-4F9C-BB2A-BDAC141F4798}"/>
              </a:ext>
            </a:extLst>
          </p:cNvPr>
          <p:cNvGrpSpPr/>
          <p:nvPr/>
        </p:nvGrpSpPr>
        <p:grpSpPr>
          <a:xfrm>
            <a:off x="-4058636" y="1033697"/>
            <a:ext cx="5518739" cy="5033296"/>
            <a:chOff x="2438400" y="984069"/>
            <a:chExt cx="6041796" cy="530908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FBE1325-4809-4DEF-B570-18FA90E5D070}"/>
                </a:ext>
              </a:extLst>
            </p:cNvPr>
            <p:cNvSpPr txBox="1"/>
            <p:nvPr/>
          </p:nvSpPr>
          <p:spPr>
            <a:xfrm>
              <a:off x="2438400" y="3923275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5</a:t>
              </a:r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0A5541FD-9D73-4CB9-ABA0-388A58DBB653}"/>
                </a:ext>
              </a:extLst>
            </p:cNvPr>
            <p:cNvSpPr/>
            <p:nvPr/>
          </p:nvSpPr>
          <p:spPr>
            <a:xfrm>
              <a:off x="3260308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37AD6CB-11CD-4B1E-9652-92D5DEEC3572}"/>
                </a:ext>
              </a:extLst>
            </p:cNvPr>
            <p:cNvSpPr/>
            <p:nvPr/>
          </p:nvSpPr>
          <p:spPr>
            <a:xfrm>
              <a:off x="3357158" y="1637210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REWARD</a:t>
              </a:r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A1E6157C-1E78-4B7E-B720-C6CBA52FB678}"/>
                </a:ext>
              </a:extLst>
            </p:cNvPr>
            <p:cNvSpPr/>
            <p:nvPr/>
          </p:nvSpPr>
          <p:spPr>
            <a:xfrm rot="10800000">
              <a:off x="3359721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E20CA62-7EAA-4F56-AD1D-898225087FDA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E297836-0208-40E4-9182-51A5ADA63D76}"/>
                </a:ext>
              </a:extLst>
            </p:cNvPr>
            <p:cNvSpPr txBox="1"/>
            <p:nvPr/>
          </p:nvSpPr>
          <p:spPr>
            <a:xfrm>
              <a:off x="4144669" y="2603863"/>
              <a:ext cx="1700964" cy="2434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Feedback signal guiding the agent’s learning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EFCF9F-47B7-48DD-8DB9-F2EEC983F70D}"/>
              </a:ext>
            </a:extLst>
          </p:cNvPr>
          <p:cNvGrpSpPr/>
          <p:nvPr/>
        </p:nvGrpSpPr>
        <p:grpSpPr>
          <a:xfrm>
            <a:off x="-4506916" y="1053975"/>
            <a:ext cx="5518739" cy="5033296"/>
            <a:chOff x="2438400" y="984069"/>
            <a:chExt cx="6041796" cy="530908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9695178-ACA0-4073-A0FC-E2239EC819EA}"/>
                </a:ext>
              </a:extLst>
            </p:cNvPr>
            <p:cNvSpPr txBox="1"/>
            <p:nvPr/>
          </p:nvSpPr>
          <p:spPr>
            <a:xfrm>
              <a:off x="2438400" y="3923275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4</a:t>
              </a:r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78C52EE-F32E-4BF0-AD59-738CF981687C}"/>
                </a:ext>
              </a:extLst>
            </p:cNvPr>
            <p:cNvSpPr/>
            <p:nvPr/>
          </p:nvSpPr>
          <p:spPr>
            <a:xfrm>
              <a:off x="3260308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E6C8F05-CD71-4B0E-BE56-517A41DB0AD0}"/>
                </a:ext>
              </a:extLst>
            </p:cNvPr>
            <p:cNvSpPr/>
            <p:nvPr/>
          </p:nvSpPr>
          <p:spPr>
            <a:xfrm>
              <a:off x="3584787" y="1642237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ACTION</a:t>
              </a:r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2FD30BE7-56AC-4792-B706-ED58D7B3AAA9}"/>
                </a:ext>
              </a:extLst>
            </p:cNvPr>
            <p:cNvSpPr/>
            <p:nvPr/>
          </p:nvSpPr>
          <p:spPr>
            <a:xfrm rot="10800000">
              <a:off x="3569930" y="2251837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E25D822-C5D0-4486-83A9-128399DA135D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BDE36B-B7D8-4743-94E1-EE1D9DD4610A}"/>
                </a:ext>
              </a:extLst>
            </p:cNvPr>
            <p:cNvSpPr txBox="1"/>
            <p:nvPr/>
          </p:nvSpPr>
          <p:spPr>
            <a:xfrm>
              <a:off x="4022019" y="2543133"/>
              <a:ext cx="1523993" cy="2045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Possible moves the agent can take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50D7A0A-5FB9-481C-9B76-C4220D25E313}"/>
              </a:ext>
            </a:extLst>
          </p:cNvPr>
          <p:cNvGrpSpPr/>
          <p:nvPr/>
        </p:nvGrpSpPr>
        <p:grpSpPr>
          <a:xfrm>
            <a:off x="-4926871" y="1053975"/>
            <a:ext cx="5595563" cy="4945637"/>
            <a:chOff x="2354295" y="1006983"/>
            <a:chExt cx="6125901" cy="5216618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E4B7EBF-A594-481E-A48D-F094CB7242DA}"/>
                </a:ext>
              </a:extLst>
            </p:cNvPr>
            <p:cNvSpPr txBox="1"/>
            <p:nvPr/>
          </p:nvSpPr>
          <p:spPr>
            <a:xfrm>
              <a:off x="2354295" y="3853727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6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6</a:t>
              </a:r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936D9F0F-7F50-41D6-AC6A-24048D501D90}"/>
                </a:ext>
              </a:extLst>
            </p:cNvPr>
            <p:cNvSpPr/>
            <p:nvPr/>
          </p:nvSpPr>
          <p:spPr>
            <a:xfrm>
              <a:off x="3211891" y="1006983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9436E58-DA6C-464E-80E4-8CB96BE9676E}"/>
                </a:ext>
              </a:extLst>
            </p:cNvPr>
            <p:cNvSpPr/>
            <p:nvPr/>
          </p:nvSpPr>
          <p:spPr>
            <a:xfrm>
              <a:off x="3505605" y="1636135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POLICY</a:t>
              </a:r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02C106E4-DC73-4FCD-B86A-56577E5822F3}"/>
                </a:ext>
              </a:extLst>
            </p:cNvPr>
            <p:cNvSpPr/>
            <p:nvPr/>
          </p:nvSpPr>
          <p:spPr>
            <a:xfrm rot="10800000">
              <a:off x="3505605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8C1347-FC4F-4E4F-A631-EC6807B3D390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AE8404-8D54-406B-86FA-A878F1A0B00D}"/>
                </a:ext>
              </a:extLst>
            </p:cNvPr>
            <p:cNvSpPr txBox="1"/>
            <p:nvPr/>
          </p:nvSpPr>
          <p:spPr>
            <a:xfrm>
              <a:off x="4034940" y="2547898"/>
              <a:ext cx="1750194" cy="2434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Strategy the agent uses to determine the next action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B4207F1-037B-48C6-8094-B5FAB3602846}"/>
              </a:ext>
            </a:extLst>
          </p:cNvPr>
          <p:cNvSpPr txBox="1"/>
          <p:nvPr/>
        </p:nvSpPr>
        <p:spPr>
          <a:xfrm>
            <a:off x="3617667" y="133297"/>
            <a:ext cx="9974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385B71"/>
                </a:solidFill>
                <a:latin typeface="Berlin Sans FB Demi" panose="020E0802020502020306" pitchFamily="34" charset="0"/>
              </a:rPr>
              <a:t>KEY COMPONENTS</a:t>
            </a:r>
          </a:p>
        </p:txBody>
      </p:sp>
    </p:spTree>
    <p:extLst>
      <p:ext uri="{BB962C8B-B14F-4D97-AF65-F5344CB8AC3E}">
        <p14:creationId xmlns:p14="http://schemas.microsoft.com/office/powerpoint/2010/main" val="4078780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7A57BB-C734-45D6-8B96-F3A6DE945560}"/>
              </a:ext>
            </a:extLst>
          </p:cNvPr>
          <p:cNvGrpSpPr/>
          <p:nvPr/>
        </p:nvGrpSpPr>
        <p:grpSpPr>
          <a:xfrm>
            <a:off x="3873189" y="956181"/>
            <a:ext cx="5580323" cy="4945637"/>
            <a:chOff x="2370979" y="1006983"/>
            <a:chExt cx="6109217" cy="521661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7A7DF7-5B3E-44F3-BE52-11521F46ACA9}"/>
                </a:ext>
              </a:extLst>
            </p:cNvPr>
            <p:cNvSpPr txBox="1"/>
            <p:nvPr/>
          </p:nvSpPr>
          <p:spPr>
            <a:xfrm>
              <a:off x="2370979" y="3853727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rgbClr val="FF0000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5</a:t>
              </a: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E34A20E0-20A8-4A2E-8787-BA9E9117847C}"/>
                </a:ext>
              </a:extLst>
            </p:cNvPr>
            <p:cNvSpPr/>
            <p:nvPr/>
          </p:nvSpPr>
          <p:spPr>
            <a:xfrm>
              <a:off x="3211891" y="1006983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44940D5-C370-408A-8D21-4AA1A4FC096E}"/>
                </a:ext>
              </a:extLst>
            </p:cNvPr>
            <p:cNvSpPr/>
            <p:nvPr/>
          </p:nvSpPr>
          <p:spPr>
            <a:xfrm>
              <a:off x="3505605" y="1637211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REWARD</a:t>
              </a: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D81E0E0-6774-4235-95E2-E86E5AC6EC72}"/>
                </a:ext>
              </a:extLst>
            </p:cNvPr>
            <p:cNvSpPr/>
            <p:nvPr/>
          </p:nvSpPr>
          <p:spPr>
            <a:xfrm rot="10800000">
              <a:off x="3505605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2EF9CF-6394-46DF-BF2F-AC2F6D9EC575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896F05-EC55-4044-B0FA-0EB8270FE9F4}"/>
                </a:ext>
              </a:extLst>
            </p:cNvPr>
            <p:cNvSpPr txBox="1"/>
            <p:nvPr/>
          </p:nvSpPr>
          <p:spPr>
            <a:xfrm>
              <a:off x="4144669" y="2603863"/>
              <a:ext cx="1700964" cy="2434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Feedback signal guiding the agent’s learning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EAD254-52F2-4A67-85E1-0AA585A81CA2}"/>
              </a:ext>
            </a:extLst>
          </p:cNvPr>
          <p:cNvGrpSpPr/>
          <p:nvPr/>
        </p:nvGrpSpPr>
        <p:grpSpPr>
          <a:xfrm>
            <a:off x="181466" y="868522"/>
            <a:ext cx="5518739" cy="5033296"/>
            <a:chOff x="2438400" y="984069"/>
            <a:chExt cx="6041796" cy="530908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1A4DC2-AF41-48D4-B3CB-693D1882E325}"/>
                </a:ext>
              </a:extLst>
            </p:cNvPr>
            <p:cNvSpPr txBox="1"/>
            <p:nvPr/>
          </p:nvSpPr>
          <p:spPr>
            <a:xfrm>
              <a:off x="2438400" y="3923275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1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4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BE20BA18-D39D-44BF-B3EE-3F085D0762E7}"/>
                </a:ext>
              </a:extLst>
            </p:cNvPr>
            <p:cNvSpPr/>
            <p:nvPr/>
          </p:nvSpPr>
          <p:spPr>
            <a:xfrm>
              <a:off x="3260308" y="984069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B46D6E-62D3-43E8-9262-A4B050EAA64A}"/>
                </a:ext>
              </a:extLst>
            </p:cNvPr>
            <p:cNvSpPr/>
            <p:nvPr/>
          </p:nvSpPr>
          <p:spPr>
            <a:xfrm>
              <a:off x="3584787" y="1642237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ACTION</a:t>
              </a:r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B66E9C7-0B21-48B9-B408-D30C8B43B596}"/>
                </a:ext>
              </a:extLst>
            </p:cNvPr>
            <p:cNvSpPr/>
            <p:nvPr/>
          </p:nvSpPr>
          <p:spPr>
            <a:xfrm rot="10800000">
              <a:off x="3569930" y="2251837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DFE54F-0DAC-4FA3-B95C-7EB2C648CBDD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8EA31C-9D72-4A55-A8F5-C4E9A577A517}"/>
                </a:ext>
              </a:extLst>
            </p:cNvPr>
            <p:cNvSpPr txBox="1"/>
            <p:nvPr/>
          </p:nvSpPr>
          <p:spPr>
            <a:xfrm>
              <a:off x="4022019" y="2543133"/>
              <a:ext cx="1523993" cy="2045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Possible moves the agent can take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8220F4-9D4F-4534-B12D-2A768D120D28}"/>
              </a:ext>
            </a:extLst>
          </p:cNvPr>
          <p:cNvGrpSpPr/>
          <p:nvPr/>
        </p:nvGrpSpPr>
        <p:grpSpPr>
          <a:xfrm>
            <a:off x="7265297" y="957201"/>
            <a:ext cx="5595563" cy="4945637"/>
            <a:chOff x="2354295" y="1006983"/>
            <a:chExt cx="6125901" cy="521661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132498-E24A-45B6-BDED-CD983B0E6AB7}"/>
                </a:ext>
              </a:extLst>
            </p:cNvPr>
            <p:cNvSpPr txBox="1"/>
            <p:nvPr/>
          </p:nvSpPr>
          <p:spPr>
            <a:xfrm>
              <a:off x="2354295" y="3853727"/>
              <a:ext cx="844732" cy="2369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0" b="1" dirty="0">
                  <a:solidFill>
                    <a:schemeClr val="accent6">
                      <a:lumMod val="7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6</a:t>
              </a: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006A5119-A832-4D51-8F94-7890E07E9CB7}"/>
                </a:ext>
              </a:extLst>
            </p:cNvPr>
            <p:cNvSpPr/>
            <p:nvPr/>
          </p:nvSpPr>
          <p:spPr>
            <a:xfrm>
              <a:off x="3211891" y="1006983"/>
              <a:ext cx="3544388" cy="4693920"/>
            </a:xfrm>
            <a:prstGeom prst="parallelogram">
              <a:avLst>
                <a:gd name="adj" fmla="val 28194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5D236A-F6E8-4105-AECF-6B1C2A997112}"/>
                </a:ext>
              </a:extLst>
            </p:cNvPr>
            <p:cNvSpPr/>
            <p:nvPr/>
          </p:nvSpPr>
          <p:spPr>
            <a:xfrm>
              <a:off x="3505605" y="1636135"/>
              <a:ext cx="1523993" cy="609600"/>
            </a:xfrm>
            <a:custGeom>
              <a:avLst/>
              <a:gdLst>
                <a:gd name="connsiteX0" fmla="*/ 129780 w 1194863"/>
                <a:gd name="connsiteY0" fmla="*/ 0 h 609600"/>
                <a:gd name="connsiteX1" fmla="*/ 890063 w 1194863"/>
                <a:gd name="connsiteY1" fmla="*/ 0 h 609600"/>
                <a:gd name="connsiteX2" fmla="*/ 1194863 w 1194863"/>
                <a:gd name="connsiteY2" fmla="*/ 304800 h 609600"/>
                <a:gd name="connsiteX3" fmla="*/ 890063 w 1194863"/>
                <a:gd name="connsiteY3" fmla="*/ 609600 h 609600"/>
                <a:gd name="connsiteX4" fmla="*/ 0 w 1194863"/>
                <a:gd name="connsiteY4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4863" h="609600">
                  <a:moveTo>
                    <a:pt x="129780" y="0"/>
                  </a:moveTo>
                  <a:lnTo>
                    <a:pt x="890063" y="0"/>
                  </a:lnTo>
                  <a:cubicBezTo>
                    <a:pt x="1058399" y="0"/>
                    <a:pt x="1194863" y="136464"/>
                    <a:pt x="1194863" y="304800"/>
                  </a:cubicBezTo>
                  <a:cubicBezTo>
                    <a:pt x="1194863" y="473136"/>
                    <a:pt x="1058399" y="609600"/>
                    <a:pt x="890063" y="609600"/>
                  </a:cubicBezTo>
                  <a:lnTo>
                    <a:pt x="0" y="60960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POLICY</a:t>
              </a: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6A84181C-194A-43D4-A77D-BA22C9A5EB76}"/>
                </a:ext>
              </a:extLst>
            </p:cNvPr>
            <p:cNvSpPr/>
            <p:nvPr/>
          </p:nvSpPr>
          <p:spPr>
            <a:xfrm rot="10800000">
              <a:off x="3505605" y="2246811"/>
              <a:ext cx="437216" cy="357052"/>
            </a:xfrm>
            <a:prstGeom prst="triangle">
              <a:avLst>
                <a:gd name="adj" fmla="val 14578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137F96-E6CD-45AA-A9BF-F97D071FFD0B}"/>
                </a:ext>
              </a:extLst>
            </p:cNvPr>
            <p:cNvSpPr txBox="1"/>
            <p:nvPr/>
          </p:nvSpPr>
          <p:spPr>
            <a:xfrm>
              <a:off x="7271658" y="1938299"/>
              <a:ext cx="120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AE39A9F-8715-4605-9B89-7DCCFEAC32DC}"/>
                </a:ext>
              </a:extLst>
            </p:cNvPr>
            <p:cNvSpPr txBox="1"/>
            <p:nvPr/>
          </p:nvSpPr>
          <p:spPr>
            <a:xfrm>
              <a:off x="4034940" y="2547898"/>
              <a:ext cx="1750194" cy="2434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alatino Linotype" panose="02040502050505030304" pitchFamily="18" charset="0"/>
                </a:rPr>
                <a:t>Strategy the agent uses to determine the next action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3D5CF02-8838-427C-B9DE-7DE88CA584A9}"/>
              </a:ext>
            </a:extLst>
          </p:cNvPr>
          <p:cNvSpPr txBox="1"/>
          <p:nvPr/>
        </p:nvSpPr>
        <p:spPr>
          <a:xfrm>
            <a:off x="3540460" y="94944"/>
            <a:ext cx="6835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385B71"/>
                </a:solidFill>
                <a:latin typeface="Berlin Sans FB Demi" panose="020E0802020502020306" pitchFamily="34" charset="0"/>
              </a:rPr>
              <a:t>KEY COMPONENTS</a:t>
            </a:r>
          </a:p>
        </p:txBody>
      </p:sp>
    </p:spTree>
    <p:extLst>
      <p:ext uri="{BB962C8B-B14F-4D97-AF65-F5344CB8AC3E}">
        <p14:creationId xmlns:p14="http://schemas.microsoft.com/office/powerpoint/2010/main" val="3251603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49B6283-E44E-4F68-AD05-BE635B36005B}"/>
              </a:ext>
            </a:extLst>
          </p:cNvPr>
          <p:cNvGrpSpPr/>
          <p:nvPr/>
        </p:nvGrpSpPr>
        <p:grpSpPr>
          <a:xfrm>
            <a:off x="-2566017" y="47238"/>
            <a:ext cx="3651366" cy="6858000"/>
            <a:chOff x="9204960" y="0"/>
            <a:chExt cx="3651366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9057E30-AD75-4E64-9E5F-B1687F002863}"/>
                </a:ext>
              </a:extLst>
            </p:cNvPr>
            <p:cNvGrpSpPr/>
            <p:nvPr/>
          </p:nvGrpSpPr>
          <p:grpSpPr>
            <a:xfrm>
              <a:off x="9204960" y="0"/>
              <a:ext cx="3230880" cy="6858000"/>
              <a:chOff x="9204960" y="0"/>
              <a:chExt cx="3230880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F0DAB-BC26-4C71-B0C0-DB2870ED6B07}"/>
                  </a:ext>
                </a:extLst>
              </p:cNvPr>
              <p:cNvSpPr/>
              <p:nvPr/>
            </p:nvSpPr>
            <p:spPr>
              <a:xfrm>
                <a:off x="9204960" y="0"/>
                <a:ext cx="2987040" cy="6858000"/>
              </a:xfrm>
              <a:prstGeom prst="rect">
                <a:avLst/>
              </a:prstGeom>
              <a:solidFill>
                <a:srgbClr val="32D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F61F28-04D8-400D-AC1F-E912134F01EE}"/>
                  </a:ext>
                </a:extLst>
              </p:cNvPr>
              <p:cNvSpPr txBox="1"/>
              <p:nvPr/>
            </p:nvSpPr>
            <p:spPr>
              <a:xfrm>
                <a:off x="9898380" y="19884"/>
                <a:ext cx="1417320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DB1C44-20AC-4098-991A-763E00D45CF8}"/>
                  </a:ext>
                </a:extLst>
              </p:cNvPr>
              <p:cNvSpPr txBox="1"/>
              <p:nvPr/>
            </p:nvSpPr>
            <p:spPr>
              <a:xfrm>
                <a:off x="9311640" y="2262991"/>
                <a:ext cx="3124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Model Free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08A057-735B-4004-8B3A-A62E2D8FB89A}"/>
                  </a:ext>
                </a:extLst>
              </p:cNvPr>
              <p:cNvSpPr txBox="1"/>
              <p:nvPr/>
            </p:nvSpPr>
            <p:spPr>
              <a:xfrm>
                <a:off x="9631680" y="3413760"/>
                <a:ext cx="22707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Agent learns directly from experience</a:t>
                </a:r>
              </a:p>
            </p:txBody>
          </p:sp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766966F-F8C1-4F4C-A415-C065BB7DB69E}"/>
                </a:ext>
              </a:extLst>
            </p:cNvPr>
            <p:cNvSpPr/>
            <p:nvPr/>
          </p:nvSpPr>
          <p:spPr>
            <a:xfrm rot="16200000" flipH="1" flipV="1">
              <a:off x="11981365" y="735287"/>
              <a:ext cx="1074167" cy="675755"/>
            </a:xfrm>
            <a:prstGeom prst="triangle">
              <a:avLst/>
            </a:prstGeom>
            <a:solidFill>
              <a:srgbClr val="32D6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0773485-3DFE-47F1-876C-FBB12B1A13DC}"/>
              </a:ext>
            </a:extLst>
          </p:cNvPr>
          <p:cNvGrpSpPr/>
          <p:nvPr/>
        </p:nvGrpSpPr>
        <p:grpSpPr>
          <a:xfrm>
            <a:off x="-2910321" y="15746"/>
            <a:ext cx="3817620" cy="6858000"/>
            <a:chOff x="5974080" y="1"/>
            <a:chExt cx="3817620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DF80D8B-D51B-4117-A867-EBCF37B1B8F0}"/>
                </a:ext>
              </a:extLst>
            </p:cNvPr>
            <p:cNvSpPr/>
            <p:nvPr/>
          </p:nvSpPr>
          <p:spPr>
            <a:xfrm>
              <a:off x="5974080" y="1"/>
              <a:ext cx="3230880" cy="6858000"/>
            </a:xfrm>
            <a:prstGeom prst="rect">
              <a:avLst/>
            </a:prstGeom>
            <a:solidFill>
              <a:srgbClr val="2AA2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5F6C984-9030-43BC-8D67-48E6B2DCB889}"/>
                </a:ext>
              </a:extLst>
            </p:cNvPr>
            <p:cNvSpPr txBox="1"/>
            <p:nvPr/>
          </p:nvSpPr>
          <p:spPr>
            <a:xfrm>
              <a:off x="6827520" y="67927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C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315EF96-10C1-4051-95E6-9A427A71804B}"/>
                </a:ext>
              </a:extLst>
            </p:cNvPr>
            <p:cNvSpPr txBox="1"/>
            <p:nvPr/>
          </p:nvSpPr>
          <p:spPr>
            <a:xfrm>
              <a:off x="6042660" y="2358868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Policy Based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17F9D9C-3E6A-4C17-9DA2-96C4AB8DBCBB}"/>
                </a:ext>
              </a:extLst>
            </p:cNvPr>
            <p:cNvSpPr txBox="1"/>
            <p:nvPr/>
          </p:nvSpPr>
          <p:spPr>
            <a:xfrm>
              <a:off x="6507480" y="3434806"/>
              <a:ext cx="227076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directly learns the strategy </a:t>
              </a: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B90E47E6-3D00-4645-8B08-F48994F7E580}"/>
                </a:ext>
              </a:extLst>
            </p:cNvPr>
            <p:cNvSpPr/>
            <p:nvPr/>
          </p:nvSpPr>
          <p:spPr>
            <a:xfrm rot="5400000">
              <a:off x="9004013" y="822560"/>
              <a:ext cx="990600" cy="584775"/>
            </a:xfrm>
            <a:prstGeom prst="triangle">
              <a:avLst/>
            </a:prstGeom>
            <a:solidFill>
              <a:srgbClr val="2AA2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DA7018-4240-4367-A7A5-2C1DE2898A97}"/>
              </a:ext>
            </a:extLst>
          </p:cNvPr>
          <p:cNvGrpSpPr/>
          <p:nvPr/>
        </p:nvGrpSpPr>
        <p:grpSpPr>
          <a:xfrm>
            <a:off x="-2808143" y="-4138"/>
            <a:ext cx="3556635" cy="6858000"/>
            <a:chOff x="2977515" y="-15239"/>
            <a:chExt cx="3556635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F43996-B2F7-4378-9D8A-841A2205D494}"/>
                </a:ext>
              </a:extLst>
            </p:cNvPr>
            <p:cNvSpPr/>
            <p:nvPr/>
          </p:nvSpPr>
          <p:spPr>
            <a:xfrm>
              <a:off x="2987040" y="-15239"/>
              <a:ext cx="2987040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822A56-4465-4CA3-AE71-E06EA056D6A0}"/>
                </a:ext>
              </a:extLst>
            </p:cNvPr>
            <p:cNvSpPr txBox="1"/>
            <p:nvPr/>
          </p:nvSpPr>
          <p:spPr>
            <a:xfrm>
              <a:off x="3703320" y="154723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B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0C4D56-71E8-4367-963E-ECD2991665F2}"/>
                </a:ext>
              </a:extLst>
            </p:cNvPr>
            <p:cNvSpPr txBox="1"/>
            <p:nvPr/>
          </p:nvSpPr>
          <p:spPr>
            <a:xfrm>
              <a:off x="2977515" y="2388187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Value Based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22C5A6A-5CFA-4627-8F8C-974D78762D5A}"/>
                </a:ext>
              </a:extLst>
            </p:cNvPr>
            <p:cNvSpPr txBox="1"/>
            <p:nvPr/>
          </p:nvSpPr>
          <p:spPr>
            <a:xfrm>
              <a:off x="3332798" y="3429001"/>
              <a:ext cx="227076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estimates the future rewards 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4EB6AE8F-4056-488E-881D-59193A165F7F}"/>
                </a:ext>
              </a:extLst>
            </p:cNvPr>
            <p:cNvSpPr/>
            <p:nvPr/>
          </p:nvSpPr>
          <p:spPr>
            <a:xfrm rot="5400000">
              <a:off x="5746463" y="885157"/>
              <a:ext cx="990600" cy="584775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17944A-F6D4-4E32-8166-6F34F9EC700E}"/>
              </a:ext>
            </a:extLst>
          </p:cNvPr>
          <p:cNvGrpSpPr/>
          <p:nvPr/>
        </p:nvGrpSpPr>
        <p:grpSpPr>
          <a:xfrm>
            <a:off x="-2944611" y="-15746"/>
            <a:ext cx="3535679" cy="6858000"/>
            <a:chOff x="0" y="-15239"/>
            <a:chExt cx="353567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2921A9-7654-49E9-A3AE-83EA46144328}"/>
                </a:ext>
              </a:extLst>
            </p:cNvPr>
            <p:cNvSpPr/>
            <p:nvPr/>
          </p:nvSpPr>
          <p:spPr>
            <a:xfrm>
              <a:off x="0" y="-15239"/>
              <a:ext cx="298704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A9DE2F-8EA4-412C-A0A4-0A74A7E06BD2}"/>
                </a:ext>
              </a:extLst>
            </p:cNvPr>
            <p:cNvSpPr txBox="1"/>
            <p:nvPr/>
          </p:nvSpPr>
          <p:spPr>
            <a:xfrm>
              <a:off x="662940" y="289561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0242CB-92A1-4271-B05B-C0A37ADE7AB5}"/>
                </a:ext>
              </a:extLst>
            </p:cNvPr>
            <p:cNvSpPr txBox="1"/>
            <p:nvPr/>
          </p:nvSpPr>
          <p:spPr>
            <a:xfrm>
              <a:off x="0" y="2410243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Trial &amp; Error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14FA14-0C91-4D49-A115-F27D7C730910}"/>
                </a:ext>
              </a:extLst>
            </p:cNvPr>
            <p:cNvSpPr txBox="1"/>
            <p:nvPr/>
          </p:nvSpPr>
          <p:spPr>
            <a:xfrm>
              <a:off x="304800" y="3535681"/>
              <a:ext cx="2270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learns by exploring</a:t>
              </a: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A9E33C8B-2B58-4F46-9256-0B555449340A}"/>
                </a:ext>
              </a:extLst>
            </p:cNvPr>
            <p:cNvSpPr/>
            <p:nvPr/>
          </p:nvSpPr>
          <p:spPr>
            <a:xfrm rot="5400000">
              <a:off x="2747992" y="906127"/>
              <a:ext cx="990600" cy="584775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4B63DA5-AC2F-46F8-8F4D-A23FC89C4505}"/>
              </a:ext>
            </a:extLst>
          </p:cNvPr>
          <p:cNvGrpSpPr/>
          <p:nvPr/>
        </p:nvGrpSpPr>
        <p:grpSpPr>
          <a:xfrm>
            <a:off x="2201204" y="1703220"/>
            <a:ext cx="7789592" cy="2623193"/>
            <a:chOff x="1401815" y="1865539"/>
            <a:chExt cx="7789592" cy="2862322"/>
          </a:xfrm>
        </p:grpSpPr>
        <p:sp>
          <p:nvSpPr>
            <p:cNvPr id="46" name="S">
              <a:extLst>
                <a:ext uri="{FF2B5EF4-FFF2-40B4-BE49-F238E27FC236}">
                  <a16:creationId xmlns:a16="http://schemas.microsoft.com/office/drawing/2014/main" id="{F27D1037-893B-48B0-83B8-188CE21253B3}"/>
                </a:ext>
              </a:extLst>
            </p:cNvPr>
            <p:cNvSpPr txBox="1"/>
            <p:nvPr/>
          </p:nvSpPr>
          <p:spPr>
            <a:xfrm>
              <a:off x="6772258" y="1865539"/>
              <a:ext cx="241914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45" name="E">
              <a:extLst>
                <a:ext uri="{FF2B5EF4-FFF2-40B4-BE49-F238E27FC236}">
                  <a16:creationId xmlns:a16="http://schemas.microsoft.com/office/drawing/2014/main" id="{2F4F25BA-663D-455E-89E1-923BB47260F8}"/>
                </a:ext>
              </a:extLst>
            </p:cNvPr>
            <p:cNvSpPr txBox="1"/>
            <p:nvPr/>
          </p:nvSpPr>
          <p:spPr>
            <a:xfrm>
              <a:off x="5472067" y="1865539"/>
              <a:ext cx="1925924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  <a:ea typeface="Cambria Math" panose="02040503050406030204" pitchFamily="18" charset="0"/>
                </a:rPr>
                <a:t>E</a:t>
              </a:r>
            </a:p>
          </p:txBody>
        </p:sp>
        <p:sp>
          <p:nvSpPr>
            <p:cNvPr id="44" name="P">
              <a:extLst>
                <a:ext uri="{FF2B5EF4-FFF2-40B4-BE49-F238E27FC236}">
                  <a16:creationId xmlns:a16="http://schemas.microsoft.com/office/drawing/2014/main" id="{3A15DB55-B6B3-4641-BDAC-E920F9683053}"/>
                </a:ext>
              </a:extLst>
            </p:cNvPr>
            <p:cNvSpPr txBox="1"/>
            <p:nvPr/>
          </p:nvSpPr>
          <p:spPr>
            <a:xfrm>
              <a:off x="4220317" y="1865539"/>
              <a:ext cx="194890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  <a:ea typeface="Cambria Math" panose="02040503050406030204" pitchFamily="18" charset="0"/>
                </a:rPr>
                <a:t>P</a:t>
              </a:r>
            </a:p>
          </p:txBody>
        </p:sp>
        <p:sp>
          <p:nvSpPr>
            <p:cNvPr id="43" name="Y">
              <a:extLst>
                <a:ext uri="{FF2B5EF4-FFF2-40B4-BE49-F238E27FC236}">
                  <a16:creationId xmlns:a16="http://schemas.microsoft.com/office/drawing/2014/main" id="{2D36D62E-121C-4A1C-B04A-4EB7B2DD51EE}"/>
                </a:ext>
              </a:extLst>
            </p:cNvPr>
            <p:cNvSpPr txBox="1"/>
            <p:nvPr/>
          </p:nvSpPr>
          <p:spPr>
            <a:xfrm>
              <a:off x="2752511" y="1865539"/>
              <a:ext cx="194890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  <a:ea typeface="Cambria Math" panose="02040503050406030204" pitchFamily="18" charset="0"/>
                </a:rPr>
                <a:t>Y</a:t>
              </a:r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B769E09C-565A-41AC-A0BE-CB18D9762FF9}"/>
                </a:ext>
              </a:extLst>
            </p:cNvPr>
            <p:cNvSpPr txBox="1"/>
            <p:nvPr/>
          </p:nvSpPr>
          <p:spPr>
            <a:xfrm>
              <a:off x="1401815" y="1865539"/>
              <a:ext cx="2215468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  <a:ea typeface="Cambria Math" panose="02040503050406030204" pitchFamily="18" charset="0"/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8094980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500099-1E14-42BB-B7D0-826FCB3AC7DA}"/>
              </a:ext>
            </a:extLst>
          </p:cNvPr>
          <p:cNvSpPr txBox="1"/>
          <p:nvPr/>
        </p:nvSpPr>
        <p:spPr>
          <a:xfrm>
            <a:off x="662940" y="289560"/>
            <a:ext cx="141732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Bradley Hand ITC" panose="03070402050302030203" pitchFamily="66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F4955-4465-4999-9AEA-A916BF0D1154}"/>
              </a:ext>
            </a:extLst>
          </p:cNvPr>
          <p:cNvSpPr txBox="1"/>
          <p:nvPr/>
        </p:nvSpPr>
        <p:spPr>
          <a:xfrm>
            <a:off x="0" y="2410242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Trial &amp;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4FB4B-67C2-4DD8-A492-C650AD3C45C7}"/>
              </a:ext>
            </a:extLst>
          </p:cNvPr>
          <p:cNvSpPr txBox="1"/>
          <p:nvPr/>
        </p:nvSpPr>
        <p:spPr>
          <a:xfrm>
            <a:off x="263843" y="3390439"/>
            <a:ext cx="2270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Agent learns by exploring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4CD57-007D-420F-9D1A-F6DDDDDFDCCD}"/>
              </a:ext>
            </a:extLst>
          </p:cNvPr>
          <p:cNvSpPr txBox="1"/>
          <p:nvPr/>
        </p:nvSpPr>
        <p:spPr>
          <a:xfrm>
            <a:off x="3055620" y="2388186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Value Based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87A496-7809-4B03-984C-F107A32ED809}"/>
              </a:ext>
            </a:extLst>
          </p:cNvPr>
          <p:cNvSpPr txBox="1"/>
          <p:nvPr/>
        </p:nvSpPr>
        <p:spPr>
          <a:xfrm>
            <a:off x="3482340" y="3429000"/>
            <a:ext cx="2270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Agent estimates the future rewards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9B6283-E44E-4F68-AD05-BE635B36005B}"/>
              </a:ext>
            </a:extLst>
          </p:cNvPr>
          <p:cNvGrpSpPr/>
          <p:nvPr/>
        </p:nvGrpSpPr>
        <p:grpSpPr>
          <a:xfrm>
            <a:off x="9233430" y="0"/>
            <a:ext cx="3651366" cy="6858000"/>
            <a:chOff x="9204960" y="0"/>
            <a:chExt cx="3651366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9057E30-AD75-4E64-9E5F-B1687F002863}"/>
                </a:ext>
              </a:extLst>
            </p:cNvPr>
            <p:cNvGrpSpPr/>
            <p:nvPr/>
          </p:nvGrpSpPr>
          <p:grpSpPr>
            <a:xfrm>
              <a:off x="9204960" y="0"/>
              <a:ext cx="3230880" cy="6858000"/>
              <a:chOff x="9204960" y="0"/>
              <a:chExt cx="3230880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F0DAB-BC26-4C71-B0C0-DB2870ED6B07}"/>
                  </a:ext>
                </a:extLst>
              </p:cNvPr>
              <p:cNvSpPr/>
              <p:nvPr/>
            </p:nvSpPr>
            <p:spPr>
              <a:xfrm>
                <a:off x="9204960" y="0"/>
                <a:ext cx="2987040" cy="6858000"/>
              </a:xfrm>
              <a:prstGeom prst="rect">
                <a:avLst/>
              </a:prstGeom>
              <a:solidFill>
                <a:srgbClr val="32D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F61F28-04D8-400D-AC1F-E912134F01EE}"/>
                  </a:ext>
                </a:extLst>
              </p:cNvPr>
              <p:cNvSpPr txBox="1"/>
              <p:nvPr/>
            </p:nvSpPr>
            <p:spPr>
              <a:xfrm>
                <a:off x="9898380" y="19884"/>
                <a:ext cx="1417320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DB1C44-20AC-4098-991A-763E00D45CF8}"/>
                  </a:ext>
                </a:extLst>
              </p:cNvPr>
              <p:cNvSpPr txBox="1"/>
              <p:nvPr/>
            </p:nvSpPr>
            <p:spPr>
              <a:xfrm>
                <a:off x="9311640" y="2262991"/>
                <a:ext cx="3124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Model Free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08A057-735B-4004-8B3A-A62E2D8FB89A}"/>
                  </a:ext>
                </a:extLst>
              </p:cNvPr>
              <p:cNvSpPr txBox="1"/>
              <p:nvPr/>
            </p:nvSpPr>
            <p:spPr>
              <a:xfrm>
                <a:off x="9631680" y="3413760"/>
                <a:ext cx="22707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Agent learns directly from experience</a:t>
                </a:r>
              </a:p>
            </p:txBody>
          </p:sp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766966F-F8C1-4F4C-A415-C065BB7DB69E}"/>
                </a:ext>
              </a:extLst>
            </p:cNvPr>
            <p:cNvSpPr/>
            <p:nvPr/>
          </p:nvSpPr>
          <p:spPr>
            <a:xfrm rot="16200000" flipH="1" flipV="1">
              <a:off x="11981365" y="735287"/>
              <a:ext cx="1074167" cy="675755"/>
            </a:xfrm>
            <a:prstGeom prst="triangle">
              <a:avLst/>
            </a:prstGeom>
            <a:solidFill>
              <a:srgbClr val="32D6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0773485-3DFE-47F1-876C-FBB12B1A13DC}"/>
              </a:ext>
            </a:extLst>
          </p:cNvPr>
          <p:cNvGrpSpPr/>
          <p:nvPr/>
        </p:nvGrpSpPr>
        <p:grpSpPr>
          <a:xfrm>
            <a:off x="5813054" y="-19281"/>
            <a:ext cx="4113796" cy="6896561"/>
            <a:chOff x="5974080" y="1"/>
            <a:chExt cx="3800068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DF80D8B-D51B-4117-A867-EBCF37B1B8F0}"/>
                </a:ext>
              </a:extLst>
            </p:cNvPr>
            <p:cNvSpPr/>
            <p:nvPr/>
          </p:nvSpPr>
          <p:spPr>
            <a:xfrm>
              <a:off x="5974080" y="1"/>
              <a:ext cx="3230880" cy="6858000"/>
            </a:xfrm>
            <a:prstGeom prst="rect">
              <a:avLst/>
            </a:prstGeom>
            <a:solidFill>
              <a:srgbClr val="2AA2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5F6C984-9030-43BC-8D67-48E6B2DCB889}"/>
                </a:ext>
              </a:extLst>
            </p:cNvPr>
            <p:cNvSpPr txBox="1"/>
            <p:nvPr/>
          </p:nvSpPr>
          <p:spPr>
            <a:xfrm>
              <a:off x="6827520" y="67927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C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315EF96-10C1-4051-95E6-9A427A71804B}"/>
                </a:ext>
              </a:extLst>
            </p:cNvPr>
            <p:cNvSpPr txBox="1"/>
            <p:nvPr/>
          </p:nvSpPr>
          <p:spPr>
            <a:xfrm>
              <a:off x="6264650" y="2385568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Policy Based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17F9D9C-3E6A-4C17-9DA2-96C4AB8DBCBB}"/>
                </a:ext>
              </a:extLst>
            </p:cNvPr>
            <p:cNvSpPr txBox="1"/>
            <p:nvPr/>
          </p:nvSpPr>
          <p:spPr>
            <a:xfrm>
              <a:off x="6507480" y="3434806"/>
              <a:ext cx="227076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directly learns the strategy </a:t>
              </a: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B90E47E6-3D00-4645-8B08-F48994F7E580}"/>
                </a:ext>
              </a:extLst>
            </p:cNvPr>
            <p:cNvSpPr/>
            <p:nvPr/>
          </p:nvSpPr>
          <p:spPr>
            <a:xfrm rot="5400000">
              <a:off x="8986461" y="822065"/>
              <a:ext cx="990600" cy="584775"/>
            </a:xfrm>
            <a:prstGeom prst="triangle">
              <a:avLst/>
            </a:prstGeom>
            <a:solidFill>
              <a:srgbClr val="2AA2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DA7018-4240-4367-A7A5-2C1DE2898A97}"/>
              </a:ext>
            </a:extLst>
          </p:cNvPr>
          <p:cNvGrpSpPr/>
          <p:nvPr/>
        </p:nvGrpSpPr>
        <p:grpSpPr>
          <a:xfrm>
            <a:off x="2987940" y="-19281"/>
            <a:ext cx="3556635" cy="6896561"/>
            <a:chOff x="2977515" y="-15239"/>
            <a:chExt cx="3556635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F43996-B2F7-4378-9D8A-841A2205D494}"/>
                </a:ext>
              </a:extLst>
            </p:cNvPr>
            <p:cNvSpPr/>
            <p:nvPr/>
          </p:nvSpPr>
          <p:spPr>
            <a:xfrm>
              <a:off x="2987040" y="-15239"/>
              <a:ext cx="2987040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822A56-4465-4CA3-AE71-E06EA056D6A0}"/>
                </a:ext>
              </a:extLst>
            </p:cNvPr>
            <p:cNvSpPr txBox="1"/>
            <p:nvPr/>
          </p:nvSpPr>
          <p:spPr>
            <a:xfrm>
              <a:off x="3703320" y="154723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B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0C4D56-71E8-4367-963E-ECD2991665F2}"/>
                </a:ext>
              </a:extLst>
            </p:cNvPr>
            <p:cNvSpPr txBox="1"/>
            <p:nvPr/>
          </p:nvSpPr>
          <p:spPr>
            <a:xfrm>
              <a:off x="2977515" y="2388187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Value Based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22C5A6A-5CFA-4627-8F8C-974D78762D5A}"/>
                </a:ext>
              </a:extLst>
            </p:cNvPr>
            <p:cNvSpPr txBox="1"/>
            <p:nvPr/>
          </p:nvSpPr>
          <p:spPr>
            <a:xfrm>
              <a:off x="3332798" y="3429001"/>
              <a:ext cx="227076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estimates the future rewards 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4EB6AE8F-4056-488E-881D-59193A165F7F}"/>
                </a:ext>
              </a:extLst>
            </p:cNvPr>
            <p:cNvSpPr/>
            <p:nvPr/>
          </p:nvSpPr>
          <p:spPr>
            <a:xfrm rot="5400000">
              <a:off x="5746463" y="885157"/>
              <a:ext cx="990600" cy="584775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17944A-F6D4-4E32-8166-6F34F9EC700E}"/>
              </a:ext>
            </a:extLst>
          </p:cNvPr>
          <p:cNvGrpSpPr/>
          <p:nvPr/>
        </p:nvGrpSpPr>
        <p:grpSpPr>
          <a:xfrm>
            <a:off x="-65670" y="-11409"/>
            <a:ext cx="3636541" cy="6880815"/>
            <a:chOff x="0" y="-15239"/>
            <a:chExt cx="353567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2921A9-7654-49E9-A3AE-83EA46144328}"/>
                </a:ext>
              </a:extLst>
            </p:cNvPr>
            <p:cNvSpPr/>
            <p:nvPr/>
          </p:nvSpPr>
          <p:spPr>
            <a:xfrm>
              <a:off x="0" y="-15239"/>
              <a:ext cx="298704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A9DE2F-8EA4-412C-A0A4-0A74A7E06BD2}"/>
                </a:ext>
              </a:extLst>
            </p:cNvPr>
            <p:cNvSpPr txBox="1"/>
            <p:nvPr/>
          </p:nvSpPr>
          <p:spPr>
            <a:xfrm>
              <a:off x="662940" y="289561"/>
              <a:ext cx="141732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0242CB-92A1-4271-B05B-C0A37ADE7AB5}"/>
                </a:ext>
              </a:extLst>
            </p:cNvPr>
            <p:cNvSpPr txBox="1"/>
            <p:nvPr/>
          </p:nvSpPr>
          <p:spPr>
            <a:xfrm>
              <a:off x="0" y="2410243"/>
              <a:ext cx="3124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Trial &amp; Error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14FA14-0C91-4D49-A115-F27D7C730910}"/>
                </a:ext>
              </a:extLst>
            </p:cNvPr>
            <p:cNvSpPr txBox="1"/>
            <p:nvPr/>
          </p:nvSpPr>
          <p:spPr>
            <a:xfrm>
              <a:off x="304800" y="3535681"/>
              <a:ext cx="2270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Agent learns by exploring</a:t>
              </a: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A9E33C8B-2B58-4F46-9256-0B555449340A}"/>
                </a:ext>
              </a:extLst>
            </p:cNvPr>
            <p:cNvSpPr/>
            <p:nvPr/>
          </p:nvSpPr>
          <p:spPr>
            <a:xfrm rot="5400000">
              <a:off x="2747992" y="906127"/>
              <a:ext cx="990600" cy="584775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2423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arallelogram 67">
            <a:extLst>
              <a:ext uri="{FF2B5EF4-FFF2-40B4-BE49-F238E27FC236}">
                <a16:creationId xmlns:a16="http://schemas.microsoft.com/office/drawing/2014/main" id="{E3A445B8-F63E-4281-A0D0-73F75751F0E1}"/>
              </a:ext>
            </a:extLst>
          </p:cNvPr>
          <p:cNvSpPr/>
          <p:nvPr/>
        </p:nvSpPr>
        <p:spPr>
          <a:xfrm>
            <a:off x="4962089" y="0"/>
            <a:ext cx="7229912" cy="6858000"/>
          </a:xfrm>
          <a:prstGeom prst="parallelogram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6CF0B8-E1DB-4878-8E55-5A93D408B0D4}"/>
              </a:ext>
            </a:extLst>
          </p:cNvPr>
          <p:cNvGrpSpPr/>
          <p:nvPr/>
        </p:nvGrpSpPr>
        <p:grpSpPr>
          <a:xfrm>
            <a:off x="250445" y="1985963"/>
            <a:ext cx="11748284" cy="2400657"/>
            <a:chOff x="0" y="1979612"/>
            <a:chExt cx="11538578" cy="2400657"/>
          </a:xfrm>
        </p:grpSpPr>
        <p:sp>
          <p:nvSpPr>
            <p:cNvPr id="66" name="N">
              <a:extLst>
                <a:ext uri="{FF2B5EF4-FFF2-40B4-BE49-F238E27FC236}">
                  <a16:creationId xmlns:a16="http://schemas.microsoft.com/office/drawing/2014/main" id="{7177E6CE-661B-44B6-B8FE-17302C188F46}"/>
                </a:ext>
              </a:extLst>
            </p:cNvPr>
            <p:cNvSpPr txBox="1"/>
            <p:nvPr/>
          </p:nvSpPr>
          <p:spPr>
            <a:xfrm>
              <a:off x="9831698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N</a:t>
              </a:r>
            </a:p>
          </p:txBody>
        </p:sp>
        <p:sp>
          <p:nvSpPr>
            <p:cNvPr id="64" name="O">
              <a:extLst>
                <a:ext uri="{FF2B5EF4-FFF2-40B4-BE49-F238E27FC236}">
                  <a16:creationId xmlns:a16="http://schemas.microsoft.com/office/drawing/2014/main" id="{C259F5E7-F208-4D62-8C99-13E3B6EA4489}"/>
                </a:ext>
              </a:extLst>
            </p:cNvPr>
            <p:cNvSpPr txBox="1"/>
            <p:nvPr/>
          </p:nvSpPr>
          <p:spPr>
            <a:xfrm>
              <a:off x="8447776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O</a:t>
              </a:r>
            </a:p>
          </p:txBody>
        </p:sp>
        <p:sp>
          <p:nvSpPr>
            <p:cNvPr id="65" name="I">
              <a:extLst>
                <a:ext uri="{FF2B5EF4-FFF2-40B4-BE49-F238E27FC236}">
                  <a16:creationId xmlns:a16="http://schemas.microsoft.com/office/drawing/2014/main" id="{19A7D276-5108-4CBE-A07B-BC433B52B7F1}"/>
                </a:ext>
              </a:extLst>
            </p:cNvPr>
            <p:cNvSpPr txBox="1"/>
            <p:nvPr/>
          </p:nvSpPr>
          <p:spPr>
            <a:xfrm>
              <a:off x="7917294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I</a:t>
              </a:r>
            </a:p>
          </p:txBody>
        </p:sp>
        <p:sp>
          <p:nvSpPr>
            <p:cNvPr id="63" name="T">
              <a:extLst>
                <a:ext uri="{FF2B5EF4-FFF2-40B4-BE49-F238E27FC236}">
                  <a16:creationId xmlns:a16="http://schemas.microsoft.com/office/drawing/2014/main" id="{E2450CBD-AD30-4439-BC0D-5EC840DA91AC}"/>
                </a:ext>
              </a:extLst>
            </p:cNvPr>
            <p:cNvSpPr txBox="1"/>
            <p:nvPr/>
          </p:nvSpPr>
          <p:spPr>
            <a:xfrm>
              <a:off x="6714091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T</a:t>
              </a:r>
            </a:p>
          </p:txBody>
        </p:sp>
        <p:sp>
          <p:nvSpPr>
            <p:cNvPr id="62" name="A">
              <a:extLst>
                <a:ext uri="{FF2B5EF4-FFF2-40B4-BE49-F238E27FC236}">
                  <a16:creationId xmlns:a16="http://schemas.microsoft.com/office/drawing/2014/main" id="{9ABD4FA6-2677-4294-91D6-8746DDA23F3D}"/>
                </a:ext>
              </a:extLst>
            </p:cNvPr>
            <p:cNvSpPr txBox="1"/>
            <p:nvPr/>
          </p:nvSpPr>
          <p:spPr>
            <a:xfrm>
              <a:off x="5760942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A</a:t>
              </a:r>
            </a:p>
          </p:txBody>
        </p:sp>
        <p:sp>
          <p:nvSpPr>
            <p:cNvPr id="61" name="C">
              <a:extLst>
                <a:ext uri="{FF2B5EF4-FFF2-40B4-BE49-F238E27FC236}">
                  <a16:creationId xmlns:a16="http://schemas.microsoft.com/office/drawing/2014/main" id="{D3D1D683-013A-4AB7-8CE9-BDF41F5BB208}"/>
                </a:ext>
              </a:extLst>
            </p:cNvPr>
            <p:cNvSpPr txBox="1"/>
            <p:nvPr/>
          </p:nvSpPr>
          <p:spPr>
            <a:xfrm>
              <a:off x="4518717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C</a:t>
              </a:r>
            </a:p>
          </p:txBody>
        </p:sp>
        <p:sp>
          <p:nvSpPr>
            <p:cNvPr id="60" name="I">
              <a:extLst>
                <a:ext uri="{FF2B5EF4-FFF2-40B4-BE49-F238E27FC236}">
                  <a16:creationId xmlns:a16="http://schemas.microsoft.com/office/drawing/2014/main" id="{6E3A0F1A-EAB2-4C3D-B315-B624B67F52EC}"/>
                </a:ext>
              </a:extLst>
            </p:cNvPr>
            <p:cNvSpPr txBox="1"/>
            <p:nvPr/>
          </p:nvSpPr>
          <p:spPr>
            <a:xfrm>
              <a:off x="4171920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I</a:t>
              </a:r>
            </a:p>
          </p:txBody>
        </p:sp>
        <p:sp>
          <p:nvSpPr>
            <p:cNvPr id="59" name="L">
              <a:extLst>
                <a:ext uri="{FF2B5EF4-FFF2-40B4-BE49-F238E27FC236}">
                  <a16:creationId xmlns:a16="http://schemas.microsoft.com/office/drawing/2014/main" id="{BAA42BC9-74C5-4EC6-9A84-8E4BA38D8F03}"/>
                </a:ext>
              </a:extLst>
            </p:cNvPr>
            <p:cNvSpPr txBox="1"/>
            <p:nvPr/>
          </p:nvSpPr>
          <p:spPr>
            <a:xfrm>
              <a:off x="3173817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L</a:t>
              </a:r>
            </a:p>
          </p:txBody>
        </p:sp>
        <p:sp>
          <p:nvSpPr>
            <p:cNvPr id="58" name="P">
              <a:extLst>
                <a:ext uri="{FF2B5EF4-FFF2-40B4-BE49-F238E27FC236}">
                  <a16:creationId xmlns:a16="http://schemas.microsoft.com/office/drawing/2014/main" id="{5313E673-DB42-4F34-B443-43A2E03D49EC}"/>
                </a:ext>
              </a:extLst>
            </p:cNvPr>
            <p:cNvSpPr txBox="1"/>
            <p:nvPr/>
          </p:nvSpPr>
          <p:spPr>
            <a:xfrm>
              <a:off x="2103220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P</a:t>
              </a:r>
            </a:p>
          </p:txBody>
        </p:sp>
        <p:sp>
          <p:nvSpPr>
            <p:cNvPr id="57" name="P">
              <a:extLst>
                <a:ext uri="{FF2B5EF4-FFF2-40B4-BE49-F238E27FC236}">
                  <a16:creationId xmlns:a16="http://schemas.microsoft.com/office/drawing/2014/main" id="{D36CD9BF-41E0-4709-8BE9-7484FAAF8EE9}"/>
                </a:ext>
              </a:extLst>
            </p:cNvPr>
            <p:cNvSpPr txBox="1"/>
            <p:nvPr/>
          </p:nvSpPr>
          <p:spPr>
            <a:xfrm>
              <a:off x="1120140" y="1979612"/>
              <a:ext cx="170688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P</a:t>
              </a:r>
            </a:p>
          </p:txBody>
        </p:sp>
        <p:sp>
          <p:nvSpPr>
            <p:cNvPr id="54" name="A">
              <a:extLst>
                <a:ext uri="{FF2B5EF4-FFF2-40B4-BE49-F238E27FC236}">
                  <a16:creationId xmlns:a16="http://schemas.microsoft.com/office/drawing/2014/main" id="{5D89DC74-A1AC-46C6-81E2-77504F5A9CD5}"/>
                </a:ext>
              </a:extLst>
            </p:cNvPr>
            <p:cNvSpPr txBox="1"/>
            <p:nvPr/>
          </p:nvSpPr>
          <p:spPr>
            <a:xfrm>
              <a:off x="0" y="1979612"/>
              <a:ext cx="16002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A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1EF0C61-68F0-42EF-8918-7D8590BBE174}"/>
              </a:ext>
            </a:extLst>
          </p:cNvPr>
          <p:cNvGrpSpPr/>
          <p:nvPr/>
        </p:nvGrpSpPr>
        <p:grpSpPr>
          <a:xfrm rot="19150470">
            <a:off x="3746980" y="7695469"/>
            <a:ext cx="5268112" cy="4206240"/>
            <a:chOff x="6251313" y="1325879"/>
            <a:chExt cx="5268112" cy="42062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BC0406C-2BFE-40C9-9479-0ADC2421538E}"/>
                </a:ext>
              </a:extLst>
            </p:cNvPr>
            <p:cNvGrpSpPr/>
            <p:nvPr/>
          </p:nvGrpSpPr>
          <p:grpSpPr>
            <a:xfrm>
              <a:off x="6251313" y="1325879"/>
              <a:ext cx="4206240" cy="4206240"/>
              <a:chOff x="6219713" y="1325879"/>
              <a:chExt cx="4206240" cy="420624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A4F4E57-125C-4FA6-BE76-2D012C14601A}"/>
                  </a:ext>
                </a:extLst>
              </p:cNvPr>
              <p:cNvGrpSpPr/>
              <p:nvPr/>
            </p:nvGrpSpPr>
            <p:grpSpPr>
              <a:xfrm>
                <a:off x="6219713" y="1325879"/>
                <a:ext cx="4206240" cy="4206240"/>
                <a:chOff x="4152900" y="1485900"/>
                <a:chExt cx="3886200" cy="388620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90385FE-6121-426C-B2F0-FA0EEDB6C91F}"/>
                    </a:ext>
                  </a:extLst>
                </p:cNvPr>
                <p:cNvSpPr/>
                <p:nvPr/>
              </p:nvSpPr>
              <p:spPr>
                <a:xfrm>
                  <a:off x="5067300" y="2400301"/>
                  <a:ext cx="2057400" cy="2057400"/>
                </a:xfrm>
                <a:custGeom>
                  <a:avLst/>
                  <a:gdLst>
                    <a:gd name="connsiteX0" fmla="*/ 1143000 w 2057400"/>
                    <a:gd name="connsiteY0" fmla="*/ 0 h 2057400"/>
                    <a:gd name="connsiteX1" fmla="*/ 2057400 w 2057400"/>
                    <a:gd name="connsiteY1" fmla="*/ 914400 h 2057400"/>
                    <a:gd name="connsiteX2" fmla="*/ 1722117 w 2057400"/>
                    <a:gd name="connsiteY2" fmla="*/ 914400 h 2057400"/>
                    <a:gd name="connsiteX3" fmla="*/ 914400 w 2057400"/>
                    <a:gd name="connsiteY3" fmla="*/ 1722117 h 2057400"/>
                    <a:gd name="connsiteX4" fmla="*/ 914400 w 2057400"/>
                    <a:gd name="connsiteY4" fmla="*/ 2057400 h 2057400"/>
                    <a:gd name="connsiteX5" fmla="*/ 0 w 2057400"/>
                    <a:gd name="connsiteY5" fmla="*/ 1143000 h 2057400"/>
                    <a:gd name="connsiteX6" fmla="*/ 335283 w 2057400"/>
                    <a:gd name="connsiteY6" fmla="*/ 1143000 h 2057400"/>
                    <a:gd name="connsiteX7" fmla="*/ 1143000 w 2057400"/>
                    <a:gd name="connsiteY7" fmla="*/ 335283 h 2057400"/>
                    <a:gd name="connsiteX8" fmla="*/ 1143000 w 2057400"/>
                    <a:gd name="connsiteY8" fmla="*/ 0 h 2057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57400" h="2057400">
                      <a:moveTo>
                        <a:pt x="1143000" y="0"/>
                      </a:moveTo>
                      <a:cubicBezTo>
                        <a:pt x="1143000" y="505009"/>
                        <a:pt x="1552391" y="914400"/>
                        <a:pt x="2057400" y="914400"/>
                      </a:cubicBezTo>
                      <a:lnTo>
                        <a:pt x="1722117" y="914400"/>
                      </a:lnTo>
                      <a:cubicBezTo>
                        <a:pt x="1276027" y="914400"/>
                        <a:pt x="914400" y="1276027"/>
                        <a:pt x="914400" y="1722117"/>
                      </a:cubicBezTo>
                      <a:lnTo>
                        <a:pt x="914400" y="2057400"/>
                      </a:lnTo>
                      <a:cubicBezTo>
                        <a:pt x="914400" y="1552391"/>
                        <a:pt x="505009" y="1143000"/>
                        <a:pt x="0" y="1143000"/>
                      </a:cubicBezTo>
                      <a:lnTo>
                        <a:pt x="335283" y="1143000"/>
                      </a:lnTo>
                      <a:cubicBezTo>
                        <a:pt x="781373" y="1143000"/>
                        <a:pt x="1143000" y="781373"/>
                        <a:pt x="1143000" y="335283"/>
                      </a:cubicBezTo>
                      <a:lnTo>
                        <a:pt x="11430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F352517-C7F5-435C-8ADE-769EAD71A226}"/>
                    </a:ext>
                  </a:extLst>
                </p:cNvPr>
                <p:cNvSpPr/>
                <p:nvPr/>
              </p:nvSpPr>
              <p:spPr>
                <a:xfrm>
                  <a:off x="6210300" y="14859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4C90AB18-E40A-4F23-B82D-7F79E6DCDA55}"/>
                    </a:ext>
                  </a:extLst>
                </p:cNvPr>
                <p:cNvSpPr/>
                <p:nvPr/>
              </p:nvSpPr>
              <p:spPr>
                <a:xfrm>
                  <a:off x="4152900" y="35433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BBD9B80-F643-4E16-9E65-3167BC478F7D}"/>
                  </a:ext>
                </a:extLst>
              </p:cNvPr>
              <p:cNvSpPr/>
              <p:nvPr/>
            </p:nvSpPr>
            <p:spPr>
              <a:xfrm>
                <a:off x="8613289" y="1492622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224860-1BF6-4A36-A128-C47EFFBE964C}"/>
                </a:ext>
              </a:extLst>
            </p:cNvPr>
            <p:cNvSpPr txBox="1"/>
            <p:nvPr/>
          </p:nvSpPr>
          <p:spPr>
            <a:xfrm>
              <a:off x="8989585" y="1568883"/>
              <a:ext cx="252984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/>
                <a:t>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057AA31-174F-48AF-97B5-985F4D3A1789}"/>
              </a:ext>
            </a:extLst>
          </p:cNvPr>
          <p:cNvGrpSpPr/>
          <p:nvPr/>
        </p:nvGrpSpPr>
        <p:grpSpPr>
          <a:xfrm rot="19139293">
            <a:off x="4077955" y="8042929"/>
            <a:ext cx="4206240" cy="4206240"/>
            <a:chOff x="1766047" y="1325879"/>
            <a:chExt cx="4206240" cy="420624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B8B03C-F323-4F4A-B473-3C5A220A41D4}"/>
                </a:ext>
              </a:extLst>
            </p:cNvPr>
            <p:cNvGrpSpPr/>
            <p:nvPr/>
          </p:nvGrpSpPr>
          <p:grpSpPr>
            <a:xfrm>
              <a:off x="1766047" y="1325879"/>
              <a:ext cx="4206240" cy="4206240"/>
              <a:chOff x="4152900" y="1485900"/>
              <a:chExt cx="3886200" cy="38862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FF21EF-E033-4934-8FB5-D1932FCCC145}"/>
                  </a:ext>
                </a:extLst>
              </p:cNvPr>
              <p:cNvSpPr/>
              <p:nvPr/>
            </p:nvSpPr>
            <p:spPr>
              <a:xfrm>
                <a:off x="5067300" y="2400300"/>
                <a:ext cx="2057400" cy="2057400"/>
              </a:xfrm>
              <a:custGeom>
                <a:avLst/>
                <a:gdLst>
                  <a:gd name="connsiteX0" fmla="*/ 1143000 w 2057400"/>
                  <a:gd name="connsiteY0" fmla="*/ 0 h 2057400"/>
                  <a:gd name="connsiteX1" fmla="*/ 2057400 w 2057400"/>
                  <a:gd name="connsiteY1" fmla="*/ 914400 h 2057400"/>
                  <a:gd name="connsiteX2" fmla="*/ 1722117 w 2057400"/>
                  <a:gd name="connsiteY2" fmla="*/ 914400 h 2057400"/>
                  <a:gd name="connsiteX3" fmla="*/ 914400 w 2057400"/>
                  <a:gd name="connsiteY3" fmla="*/ 1722117 h 2057400"/>
                  <a:gd name="connsiteX4" fmla="*/ 914400 w 2057400"/>
                  <a:gd name="connsiteY4" fmla="*/ 2057400 h 2057400"/>
                  <a:gd name="connsiteX5" fmla="*/ 0 w 2057400"/>
                  <a:gd name="connsiteY5" fmla="*/ 1143000 h 2057400"/>
                  <a:gd name="connsiteX6" fmla="*/ 335283 w 2057400"/>
                  <a:gd name="connsiteY6" fmla="*/ 1143000 h 2057400"/>
                  <a:gd name="connsiteX7" fmla="*/ 1143000 w 2057400"/>
                  <a:gd name="connsiteY7" fmla="*/ 335283 h 2057400"/>
                  <a:gd name="connsiteX8" fmla="*/ 1143000 w 2057400"/>
                  <a:gd name="connsiteY8" fmla="*/ 0 h 205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7400" h="2057400">
                    <a:moveTo>
                      <a:pt x="1143000" y="0"/>
                    </a:moveTo>
                    <a:cubicBezTo>
                      <a:pt x="1143000" y="505009"/>
                      <a:pt x="1552391" y="914400"/>
                      <a:pt x="2057400" y="914400"/>
                    </a:cubicBezTo>
                    <a:lnTo>
                      <a:pt x="1722117" y="914400"/>
                    </a:lnTo>
                    <a:cubicBezTo>
                      <a:pt x="1276027" y="914400"/>
                      <a:pt x="914400" y="1276027"/>
                      <a:pt x="914400" y="1722117"/>
                    </a:cubicBezTo>
                    <a:lnTo>
                      <a:pt x="914400" y="2057400"/>
                    </a:lnTo>
                    <a:cubicBezTo>
                      <a:pt x="914400" y="1552391"/>
                      <a:pt x="505009" y="1143000"/>
                      <a:pt x="0" y="1143000"/>
                    </a:cubicBezTo>
                    <a:lnTo>
                      <a:pt x="335283" y="1143000"/>
                    </a:lnTo>
                    <a:cubicBezTo>
                      <a:pt x="781373" y="1143000"/>
                      <a:pt x="1143000" y="781373"/>
                      <a:pt x="1143000" y="335283"/>
                    </a:cubicBezTo>
                    <a:lnTo>
                      <a:pt x="114300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5546546-93B9-46DE-9175-9BA6732ADE54}"/>
                  </a:ext>
                </a:extLst>
              </p:cNvPr>
              <p:cNvSpPr/>
              <p:nvPr/>
            </p:nvSpPr>
            <p:spPr>
              <a:xfrm>
                <a:off x="6210300" y="1485900"/>
                <a:ext cx="1828800" cy="1828800"/>
              </a:xfrm>
              <a:custGeom>
                <a:avLst/>
                <a:gdLst>
                  <a:gd name="connsiteX0" fmla="*/ 914400 w 1828800"/>
                  <a:gd name="connsiteY0" fmla="*/ 0 h 1828800"/>
                  <a:gd name="connsiteX1" fmla="*/ 1828800 w 1828800"/>
                  <a:gd name="connsiteY1" fmla="*/ 914400 h 1828800"/>
                  <a:gd name="connsiteX2" fmla="*/ 914400 w 1828800"/>
                  <a:gd name="connsiteY2" fmla="*/ 1828800 h 1828800"/>
                  <a:gd name="connsiteX3" fmla="*/ 0 w 1828800"/>
                  <a:gd name="connsiteY3" fmla="*/ 914400 h 1828800"/>
                  <a:gd name="connsiteX4" fmla="*/ 914400 w 1828800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FF62EE0-78A4-4D25-BF86-970AF4024A8A}"/>
                  </a:ext>
                </a:extLst>
              </p:cNvPr>
              <p:cNvSpPr/>
              <p:nvPr/>
            </p:nvSpPr>
            <p:spPr>
              <a:xfrm>
                <a:off x="4152900" y="3543300"/>
                <a:ext cx="1828800" cy="1828800"/>
              </a:xfrm>
              <a:custGeom>
                <a:avLst/>
                <a:gdLst>
                  <a:gd name="connsiteX0" fmla="*/ 914400 w 1828800"/>
                  <a:gd name="connsiteY0" fmla="*/ 0 h 1828800"/>
                  <a:gd name="connsiteX1" fmla="*/ 1828800 w 1828800"/>
                  <a:gd name="connsiteY1" fmla="*/ 914400 h 1828800"/>
                  <a:gd name="connsiteX2" fmla="*/ 914400 w 1828800"/>
                  <a:gd name="connsiteY2" fmla="*/ 1828800 h 1828800"/>
                  <a:gd name="connsiteX3" fmla="*/ 0 w 1828800"/>
                  <a:gd name="connsiteY3" fmla="*/ 914400 h 1828800"/>
                  <a:gd name="connsiteX4" fmla="*/ 914400 w 1828800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22D64D6-9BE1-4C35-8D83-8B55410516B9}"/>
                </a:ext>
              </a:extLst>
            </p:cNvPr>
            <p:cNvSpPr/>
            <p:nvPr/>
          </p:nvSpPr>
          <p:spPr>
            <a:xfrm>
              <a:off x="1932792" y="3719455"/>
              <a:ext cx="1645920" cy="1645920"/>
            </a:xfrm>
            <a:prstGeom prst="ellipse">
              <a:avLst/>
            </a:prstGeom>
            <a:gradFill>
              <a:gsLst>
                <a:gs pos="33000">
                  <a:schemeClr val="bg1">
                    <a:lumMod val="85000"/>
                  </a:schemeClr>
                </a:gs>
                <a:gs pos="77000">
                  <a:schemeClr val="bg1"/>
                </a:gs>
              </a:gsLst>
              <a:lin ang="27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270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5D1C1E-65C4-490C-BAFA-8EE2A1C40D33}"/>
                </a:ext>
              </a:extLst>
            </p:cNvPr>
            <p:cNvSpPr txBox="1"/>
            <p:nvPr/>
          </p:nvSpPr>
          <p:spPr>
            <a:xfrm>
              <a:off x="2435041" y="3757585"/>
              <a:ext cx="146169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latin typeface="Bahnschrift SemiBold SemiConden" panose="020B0502040204020203" pitchFamily="34" charset="0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4469FB-7ABE-49EE-B5B5-C30D024AB5D3}"/>
              </a:ext>
            </a:extLst>
          </p:cNvPr>
          <p:cNvGrpSpPr/>
          <p:nvPr/>
        </p:nvGrpSpPr>
        <p:grpSpPr>
          <a:xfrm rot="2534878">
            <a:off x="3881785" y="8204546"/>
            <a:ext cx="4709835" cy="4206240"/>
            <a:chOff x="3992880" y="1325880"/>
            <a:chExt cx="4709835" cy="420624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524A2F9-E2D3-4C45-9A92-F189A721A773}"/>
                </a:ext>
              </a:extLst>
            </p:cNvPr>
            <p:cNvGrpSpPr/>
            <p:nvPr/>
          </p:nvGrpSpPr>
          <p:grpSpPr>
            <a:xfrm>
              <a:off x="3992880" y="1325880"/>
              <a:ext cx="4206240" cy="4206240"/>
              <a:chOff x="3992880" y="1325880"/>
              <a:chExt cx="4206240" cy="420624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4AEE2E7-853A-4A97-B5C0-593CC75E0CE9}"/>
                  </a:ext>
                </a:extLst>
              </p:cNvPr>
              <p:cNvGrpSpPr/>
              <p:nvPr/>
            </p:nvGrpSpPr>
            <p:grpSpPr>
              <a:xfrm rot="16200000">
                <a:off x="3992880" y="1325880"/>
                <a:ext cx="4206240" cy="4206240"/>
                <a:chOff x="4152900" y="1485900"/>
                <a:chExt cx="3886200" cy="388620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3052CC51-2B85-4C0E-998C-203516E0333B}"/>
                    </a:ext>
                  </a:extLst>
                </p:cNvPr>
                <p:cNvSpPr/>
                <p:nvPr/>
              </p:nvSpPr>
              <p:spPr>
                <a:xfrm>
                  <a:off x="5067300" y="2400300"/>
                  <a:ext cx="2057400" cy="2057400"/>
                </a:xfrm>
                <a:custGeom>
                  <a:avLst/>
                  <a:gdLst>
                    <a:gd name="connsiteX0" fmla="*/ 1143000 w 2057400"/>
                    <a:gd name="connsiteY0" fmla="*/ 0 h 2057400"/>
                    <a:gd name="connsiteX1" fmla="*/ 2057400 w 2057400"/>
                    <a:gd name="connsiteY1" fmla="*/ 914400 h 2057400"/>
                    <a:gd name="connsiteX2" fmla="*/ 1722117 w 2057400"/>
                    <a:gd name="connsiteY2" fmla="*/ 914400 h 2057400"/>
                    <a:gd name="connsiteX3" fmla="*/ 914400 w 2057400"/>
                    <a:gd name="connsiteY3" fmla="*/ 1722117 h 2057400"/>
                    <a:gd name="connsiteX4" fmla="*/ 914400 w 2057400"/>
                    <a:gd name="connsiteY4" fmla="*/ 2057400 h 2057400"/>
                    <a:gd name="connsiteX5" fmla="*/ 0 w 2057400"/>
                    <a:gd name="connsiteY5" fmla="*/ 1143000 h 2057400"/>
                    <a:gd name="connsiteX6" fmla="*/ 335283 w 2057400"/>
                    <a:gd name="connsiteY6" fmla="*/ 1143000 h 2057400"/>
                    <a:gd name="connsiteX7" fmla="*/ 1143000 w 2057400"/>
                    <a:gd name="connsiteY7" fmla="*/ 335283 h 2057400"/>
                    <a:gd name="connsiteX8" fmla="*/ 1143000 w 2057400"/>
                    <a:gd name="connsiteY8" fmla="*/ 0 h 2057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57400" h="2057400">
                      <a:moveTo>
                        <a:pt x="1143000" y="0"/>
                      </a:moveTo>
                      <a:cubicBezTo>
                        <a:pt x="1143000" y="505009"/>
                        <a:pt x="1552391" y="914400"/>
                        <a:pt x="2057400" y="914400"/>
                      </a:cubicBezTo>
                      <a:lnTo>
                        <a:pt x="1722117" y="914400"/>
                      </a:lnTo>
                      <a:cubicBezTo>
                        <a:pt x="1276027" y="914400"/>
                        <a:pt x="914400" y="1276027"/>
                        <a:pt x="914400" y="1722117"/>
                      </a:cubicBezTo>
                      <a:lnTo>
                        <a:pt x="914400" y="2057400"/>
                      </a:lnTo>
                      <a:cubicBezTo>
                        <a:pt x="914400" y="1552391"/>
                        <a:pt x="505009" y="1143000"/>
                        <a:pt x="0" y="1143000"/>
                      </a:cubicBezTo>
                      <a:lnTo>
                        <a:pt x="335283" y="1143000"/>
                      </a:lnTo>
                      <a:cubicBezTo>
                        <a:pt x="781373" y="1143000"/>
                        <a:pt x="1143000" y="781373"/>
                        <a:pt x="1143000" y="335283"/>
                      </a:cubicBezTo>
                      <a:lnTo>
                        <a:pt x="11430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577ACC13-2E2B-4E03-8517-63AF7AFD76FA}"/>
                    </a:ext>
                  </a:extLst>
                </p:cNvPr>
                <p:cNvSpPr/>
                <p:nvPr/>
              </p:nvSpPr>
              <p:spPr>
                <a:xfrm>
                  <a:off x="6210300" y="14859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81E8C57C-C887-4011-A3A4-97E2FBE45DCF}"/>
                    </a:ext>
                  </a:extLst>
                </p:cNvPr>
                <p:cNvSpPr/>
                <p:nvPr/>
              </p:nvSpPr>
              <p:spPr>
                <a:xfrm>
                  <a:off x="4152900" y="35433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506A23-9C96-4C9F-B27E-A809B27B7886}"/>
                  </a:ext>
                </a:extLst>
              </p:cNvPr>
              <p:cNvSpPr/>
              <p:nvPr/>
            </p:nvSpPr>
            <p:spPr>
              <a:xfrm>
                <a:off x="4159623" y="1492622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0B41E32-B3AA-4ECA-91F3-2FE39947B2DF}"/>
                  </a:ext>
                </a:extLst>
              </p:cNvPr>
              <p:cNvSpPr/>
              <p:nvPr/>
            </p:nvSpPr>
            <p:spPr>
              <a:xfrm>
                <a:off x="6384665" y="3719457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64CF6-9F4D-4BD1-8A75-0D7A9B6748FE}"/>
                  </a:ext>
                </a:extLst>
              </p:cNvPr>
              <p:cNvSpPr txBox="1"/>
              <p:nvPr/>
            </p:nvSpPr>
            <p:spPr>
              <a:xfrm>
                <a:off x="4585895" y="1492621"/>
                <a:ext cx="868680" cy="1569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600" dirty="0">
                    <a:latin typeface="Bahnschrift SemiBold" panose="020B0502040204020203" pitchFamily="34" charset="0"/>
                  </a:rPr>
                  <a:t>2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856436C-1A44-46E9-8729-9C1824BBC0EE}"/>
                </a:ext>
              </a:extLst>
            </p:cNvPr>
            <p:cNvSpPr txBox="1"/>
            <p:nvPr/>
          </p:nvSpPr>
          <p:spPr>
            <a:xfrm>
              <a:off x="6864502" y="3762544"/>
              <a:ext cx="1838213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913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/>
      </p:transition>
    </mc:Choice>
    <mc:Fallback xmlns=""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1EF0C61-68F0-42EF-8918-7D8590BBE174}"/>
              </a:ext>
            </a:extLst>
          </p:cNvPr>
          <p:cNvGrpSpPr/>
          <p:nvPr/>
        </p:nvGrpSpPr>
        <p:grpSpPr>
          <a:xfrm>
            <a:off x="6251313" y="1325879"/>
            <a:ext cx="5268112" cy="4206240"/>
            <a:chOff x="6251313" y="1325879"/>
            <a:chExt cx="5268112" cy="42062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BC0406C-2BFE-40C9-9479-0ADC2421538E}"/>
                </a:ext>
              </a:extLst>
            </p:cNvPr>
            <p:cNvGrpSpPr/>
            <p:nvPr/>
          </p:nvGrpSpPr>
          <p:grpSpPr>
            <a:xfrm>
              <a:off x="6251313" y="1325879"/>
              <a:ext cx="4206240" cy="4206240"/>
              <a:chOff x="6219713" y="1325879"/>
              <a:chExt cx="4206240" cy="420624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A4F4E57-125C-4FA6-BE76-2D012C14601A}"/>
                  </a:ext>
                </a:extLst>
              </p:cNvPr>
              <p:cNvGrpSpPr/>
              <p:nvPr/>
            </p:nvGrpSpPr>
            <p:grpSpPr>
              <a:xfrm>
                <a:off x="6219713" y="1325879"/>
                <a:ext cx="4206240" cy="4206240"/>
                <a:chOff x="4152900" y="1485900"/>
                <a:chExt cx="3886200" cy="388620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90385FE-6121-426C-B2F0-FA0EEDB6C91F}"/>
                    </a:ext>
                  </a:extLst>
                </p:cNvPr>
                <p:cNvSpPr/>
                <p:nvPr/>
              </p:nvSpPr>
              <p:spPr>
                <a:xfrm>
                  <a:off x="5067300" y="2400300"/>
                  <a:ext cx="2057400" cy="2057400"/>
                </a:xfrm>
                <a:custGeom>
                  <a:avLst/>
                  <a:gdLst>
                    <a:gd name="connsiteX0" fmla="*/ 1143000 w 2057400"/>
                    <a:gd name="connsiteY0" fmla="*/ 0 h 2057400"/>
                    <a:gd name="connsiteX1" fmla="*/ 2057400 w 2057400"/>
                    <a:gd name="connsiteY1" fmla="*/ 914400 h 2057400"/>
                    <a:gd name="connsiteX2" fmla="*/ 1722117 w 2057400"/>
                    <a:gd name="connsiteY2" fmla="*/ 914400 h 2057400"/>
                    <a:gd name="connsiteX3" fmla="*/ 914400 w 2057400"/>
                    <a:gd name="connsiteY3" fmla="*/ 1722117 h 2057400"/>
                    <a:gd name="connsiteX4" fmla="*/ 914400 w 2057400"/>
                    <a:gd name="connsiteY4" fmla="*/ 2057400 h 2057400"/>
                    <a:gd name="connsiteX5" fmla="*/ 0 w 2057400"/>
                    <a:gd name="connsiteY5" fmla="*/ 1143000 h 2057400"/>
                    <a:gd name="connsiteX6" fmla="*/ 335283 w 2057400"/>
                    <a:gd name="connsiteY6" fmla="*/ 1143000 h 2057400"/>
                    <a:gd name="connsiteX7" fmla="*/ 1143000 w 2057400"/>
                    <a:gd name="connsiteY7" fmla="*/ 335283 h 2057400"/>
                    <a:gd name="connsiteX8" fmla="*/ 1143000 w 2057400"/>
                    <a:gd name="connsiteY8" fmla="*/ 0 h 2057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57400" h="2057400">
                      <a:moveTo>
                        <a:pt x="1143000" y="0"/>
                      </a:moveTo>
                      <a:cubicBezTo>
                        <a:pt x="1143000" y="505009"/>
                        <a:pt x="1552391" y="914400"/>
                        <a:pt x="2057400" y="914400"/>
                      </a:cubicBezTo>
                      <a:lnTo>
                        <a:pt x="1722117" y="914400"/>
                      </a:lnTo>
                      <a:cubicBezTo>
                        <a:pt x="1276027" y="914400"/>
                        <a:pt x="914400" y="1276027"/>
                        <a:pt x="914400" y="1722117"/>
                      </a:cubicBezTo>
                      <a:lnTo>
                        <a:pt x="914400" y="2057400"/>
                      </a:lnTo>
                      <a:cubicBezTo>
                        <a:pt x="914400" y="1552391"/>
                        <a:pt x="505009" y="1143000"/>
                        <a:pt x="0" y="1143000"/>
                      </a:cubicBezTo>
                      <a:lnTo>
                        <a:pt x="335283" y="1143000"/>
                      </a:lnTo>
                      <a:cubicBezTo>
                        <a:pt x="781373" y="1143000"/>
                        <a:pt x="1143000" y="781373"/>
                        <a:pt x="1143000" y="335283"/>
                      </a:cubicBezTo>
                      <a:lnTo>
                        <a:pt x="11430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F352517-C7F5-435C-8ADE-769EAD71A226}"/>
                    </a:ext>
                  </a:extLst>
                </p:cNvPr>
                <p:cNvSpPr/>
                <p:nvPr/>
              </p:nvSpPr>
              <p:spPr>
                <a:xfrm>
                  <a:off x="6210300" y="14859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4C90AB18-E40A-4F23-B82D-7F79E6DCDA55}"/>
                    </a:ext>
                  </a:extLst>
                </p:cNvPr>
                <p:cNvSpPr/>
                <p:nvPr/>
              </p:nvSpPr>
              <p:spPr>
                <a:xfrm>
                  <a:off x="4152900" y="35433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BBD9B80-F643-4E16-9E65-3167BC478F7D}"/>
                  </a:ext>
                </a:extLst>
              </p:cNvPr>
              <p:cNvSpPr/>
              <p:nvPr/>
            </p:nvSpPr>
            <p:spPr>
              <a:xfrm>
                <a:off x="8613289" y="1492622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224860-1BF6-4A36-A128-C47EFFBE964C}"/>
                </a:ext>
              </a:extLst>
            </p:cNvPr>
            <p:cNvSpPr txBox="1"/>
            <p:nvPr/>
          </p:nvSpPr>
          <p:spPr>
            <a:xfrm>
              <a:off x="8989585" y="1568883"/>
              <a:ext cx="252984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/>
                <a:t>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057AA31-174F-48AF-97B5-985F4D3A1789}"/>
              </a:ext>
            </a:extLst>
          </p:cNvPr>
          <p:cNvGrpSpPr/>
          <p:nvPr/>
        </p:nvGrpSpPr>
        <p:grpSpPr>
          <a:xfrm>
            <a:off x="1691416" y="1325879"/>
            <a:ext cx="4206240" cy="4206240"/>
            <a:chOff x="1766047" y="1325879"/>
            <a:chExt cx="4206240" cy="420624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B8B03C-F323-4F4A-B473-3C5A220A41D4}"/>
                </a:ext>
              </a:extLst>
            </p:cNvPr>
            <p:cNvGrpSpPr/>
            <p:nvPr/>
          </p:nvGrpSpPr>
          <p:grpSpPr>
            <a:xfrm>
              <a:off x="1766047" y="1325879"/>
              <a:ext cx="4206240" cy="4206240"/>
              <a:chOff x="4152900" y="1485900"/>
              <a:chExt cx="3886200" cy="38862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FF21EF-E033-4934-8FB5-D1932FCCC145}"/>
                  </a:ext>
                </a:extLst>
              </p:cNvPr>
              <p:cNvSpPr/>
              <p:nvPr/>
            </p:nvSpPr>
            <p:spPr>
              <a:xfrm>
                <a:off x="5067300" y="2400300"/>
                <a:ext cx="2057400" cy="2057400"/>
              </a:xfrm>
              <a:custGeom>
                <a:avLst/>
                <a:gdLst>
                  <a:gd name="connsiteX0" fmla="*/ 1143000 w 2057400"/>
                  <a:gd name="connsiteY0" fmla="*/ 0 h 2057400"/>
                  <a:gd name="connsiteX1" fmla="*/ 2057400 w 2057400"/>
                  <a:gd name="connsiteY1" fmla="*/ 914400 h 2057400"/>
                  <a:gd name="connsiteX2" fmla="*/ 1722117 w 2057400"/>
                  <a:gd name="connsiteY2" fmla="*/ 914400 h 2057400"/>
                  <a:gd name="connsiteX3" fmla="*/ 914400 w 2057400"/>
                  <a:gd name="connsiteY3" fmla="*/ 1722117 h 2057400"/>
                  <a:gd name="connsiteX4" fmla="*/ 914400 w 2057400"/>
                  <a:gd name="connsiteY4" fmla="*/ 2057400 h 2057400"/>
                  <a:gd name="connsiteX5" fmla="*/ 0 w 2057400"/>
                  <a:gd name="connsiteY5" fmla="*/ 1143000 h 2057400"/>
                  <a:gd name="connsiteX6" fmla="*/ 335283 w 2057400"/>
                  <a:gd name="connsiteY6" fmla="*/ 1143000 h 2057400"/>
                  <a:gd name="connsiteX7" fmla="*/ 1143000 w 2057400"/>
                  <a:gd name="connsiteY7" fmla="*/ 335283 h 2057400"/>
                  <a:gd name="connsiteX8" fmla="*/ 1143000 w 2057400"/>
                  <a:gd name="connsiteY8" fmla="*/ 0 h 205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7400" h="2057400">
                    <a:moveTo>
                      <a:pt x="1143000" y="0"/>
                    </a:moveTo>
                    <a:cubicBezTo>
                      <a:pt x="1143000" y="505009"/>
                      <a:pt x="1552391" y="914400"/>
                      <a:pt x="2057400" y="914400"/>
                    </a:cubicBezTo>
                    <a:lnTo>
                      <a:pt x="1722117" y="914400"/>
                    </a:lnTo>
                    <a:cubicBezTo>
                      <a:pt x="1276027" y="914400"/>
                      <a:pt x="914400" y="1276027"/>
                      <a:pt x="914400" y="1722117"/>
                    </a:cubicBezTo>
                    <a:lnTo>
                      <a:pt x="914400" y="2057400"/>
                    </a:lnTo>
                    <a:cubicBezTo>
                      <a:pt x="914400" y="1552391"/>
                      <a:pt x="505009" y="1143000"/>
                      <a:pt x="0" y="1143000"/>
                    </a:cubicBezTo>
                    <a:lnTo>
                      <a:pt x="335283" y="1143000"/>
                    </a:lnTo>
                    <a:cubicBezTo>
                      <a:pt x="781373" y="1143000"/>
                      <a:pt x="1143000" y="781373"/>
                      <a:pt x="1143000" y="335283"/>
                    </a:cubicBezTo>
                    <a:lnTo>
                      <a:pt x="114300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5546546-93B9-46DE-9175-9BA6732ADE54}"/>
                  </a:ext>
                </a:extLst>
              </p:cNvPr>
              <p:cNvSpPr/>
              <p:nvPr/>
            </p:nvSpPr>
            <p:spPr>
              <a:xfrm>
                <a:off x="6210300" y="1485900"/>
                <a:ext cx="1828800" cy="1828800"/>
              </a:xfrm>
              <a:custGeom>
                <a:avLst/>
                <a:gdLst>
                  <a:gd name="connsiteX0" fmla="*/ 914400 w 1828800"/>
                  <a:gd name="connsiteY0" fmla="*/ 0 h 1828800"/>
                  <a:gd name="connsiteX1" fmla="*/ 1828800 w 1828800"/>
                  <a:gd name="connsiteY1" fmla="*/ 914400 h 1828800"/>
                  <a:gd name="connsiteX2" fmla="*/ 914400 w 1828800"/>
                  <a:gd name="connsiteY2" fmla="*/ 1828800 h 1828800"/>
                  <a:gd name="connsiteX3" fmla="*/ 0 w 1828800"/>
                  <a:gd name="connsiteY3" fmla="*/ 914400 h 1828800"/>
                  <a:gd name="connsiteX4" fmla="*/ 914400 w 1828800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FF62EE0-78A4-4D25-BF86-970AF4024A8A}"/>
                  </a:ext>
                </a:extLst>
              </p:cNvPr>
              <p:cNvSpPr/>
              <p:nvPr/>
            </p:nvSpPr>
            <p:spPr>
              <a:xfrm>
                <a:off x="4152900" y="3543300"/>
                <a:ext cx="1828800" cy="1828800"/>
              </a:xfrm>
              <a:custGeom>
                <a:avLst/>
                <a:gdLst>
                  <a:gd name="connsiteX0" fmla="*/ 914400 w 1828800"/>
                  <a:gd name="connsiteY0" fmla="*/ 0 h 1828800"/>
                  <a:gd name="connsiteX1" fmla="*/ 1828800 w 1828800"/>
                  <a:gd name="connsiteY1" fmla="*/ 914400 h 1828800"/>
                  <a:gd name="connsiteX2" fmla="*/ 914400 w 1828800"/>
                  <a:gd name="connsiteY2" fmla="*/ 1828800 h 1828800"/>
                  <a:gd name="connsiteX3" fmla="*/ 0 w 1828800"/>
                  <a:gd name="connsiteY3" fmla="*/ 914400 h 1828800"/>
                  <a:gd name="connsiteX4" fmla="*/ 914400 w 1828800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22D64D6-9BE1-4C35-8D83-8B55410516B9}"/>
                </a:ext>
              </a:extLst>
            </p:cNvPr>
            <p:cNvSpPr/>
            <p:nvPr/>
          </p:nvSpPr>
          <p:spPr>
            <a:xfrm>
              <a:off x="1932792" y="3719455"/>
              <a:ext cx="1645920" cy="1645920"/>
            </a:xfrm>
            <a:prstGeom prst="ellipse">
              <a:avLst/>
            </a:prstGeom>
            <a:gradFill>
              <a:gsLst>
                <a:gs pos="33000">
                  <a:schemeClr val="bg1">
                    <a:lumMod val="85000"/>
                  </a:schemeClr>
                </a:gs>
                <a:gs pos="77000">
                  <a:schemeClr val="bg1"/>
                </a:gs>
              </a:gsLst>
              <a:lin ang="27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270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5D1C1E-65C4-490C-BAFA-8EE2A1C40D33}"/>
                </a:ext>
              </a:extLst>
            </p:cNvPr>
            <p:cNvSpPr txBox="1"/>
            <p:nvPr/>
          </p:nvSpPr>
          <p:spPr>
            <a:xfrm>
              <a:off x="2435041" y="3757585"/>
              <a:ext cx="146169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latin typeface="Bahnschrift SemiBold SemiConden" panose="020B0502040204020203" pitchFamily="34" charset="0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4469FB-7ABE-49EE-B5B5-C30D024AB5D3}"/>
              </a:ext>
            </a:extLst>
          </p:cNvPr>
          <p:cNvGrpSpPr/>
          <p:nvPr/>
        </p:nvGrpSpPr>
        <p:grpSpPr>
          <a:xfrm rot="21410552">
            <a:off x="3992880" y="1325880"/>
            <a:ext cx="4709835" cy="4206240"/>
            <a:chOff x="3992880" y="1325880"/>
            <a:chExt cx="4709835" cy="420624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524A2F9-E2D3-4C45-9A92-F189A721A773}"/>
                </a:ext>
              </a:extLst>
            </p:cNvPr>
            <p:cNvGrpSpPr/>
            <p:nvPr/>
          </p:nvGrpSpPr>
          <p:grpSpPr>
            <a:xfrm>
              <a:off x="3992880" y="1325880"/>
              <a:ext cx="4206240" cy="4206240"/>
              <a:chOff x="3992880" y="1325880"/>
              <a:chExt cx="4206240" cy="420624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4AEE2E7-853A-4A97-B5C0-593CC75E0CE9}"/>
                  </a:ext>
                </a:extLst>
              </p:cNvPr>
              <p:cNvGrpSpPr/>
              <p:nvPr/>
            </p:nvGrpSpPr>
            <p:grpSpPr>
              <a:xfrm rot="16200000">
                <a:off x="3992880" y="1325880"/>
                <a:ext cx="4206240" cy="4206240"/>
                <a:chOff x="4152900" y="1485900"/>
                <a:chExt cx="3886200" cy="388620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3052CC51-2B85-4C0E-998C-203516E0333B}"/>
                    </a:ext>
                  </a:extLst>
                </p:cNvPr>
                <p:cNvSpPr/>
                <p:nvPr/>
              </p:nvSpPr>
              <p:spPr>
                <a:xfrm>
                  <a:off x="5067300" y="2400300"/>
                  <a:ext cx="2057400" cy="2057400"/>
                </a:xfrm>
                <a:custGeom>
                  <a:avLst/>
                  <a:gdLst>
                    <a:gd name="connsiteX0" fmla="*/ 1143000 w 2057400"/>
                    <a:gd name="connsiteY0" fmla="*/ 0 h 2057400"/>
                    <a:gd name="connsiteX1" fmla="*/ 2057400 w 2057400"/>
                    <a:gd name="connsiteY1" fmla="*/ 914400 h 2057400"/>
                    <a:gd name="connsiteX2" fmla="*/ 1722117 w 2057400"/>
                    <a:gd name="connsiteY2" fmla="*/ 914400 h 2057400"/>
                    <a:gd name="connsiteX3" fmla="*/ 914400 w 2057400"/>
                    <a:gd name="connsiteY3" fmla="*/ 1722117 h 2057400"/>
                    <a:gd name="connsiteX4" fmla="*/ 914400 w 2057400"/>
                    <a:gd name="connsiteY4" fmla="*/ 2057400 h 2057400"/>
                    <a:gd name="connsiteX5" fmla="*/ 0 w 2057400"/>
                    <a:gd name="connsiteY5" fmla="*/ 1143000 h 2057400"/>
                    <a:gd name="connsiteX6" fmla="*/ 335283 w 2057400"/>
                    <a:gd name="connsiteY6" fmla="*/ 1143000 h 2057400"/>
                    <a:gd name="connsiteX7" fmla="*/ 1143000 w 2057400"/>
                    <a:gd name="connsiteY7" fmla="*/ 335283 h 2057400"/>
                    <a:gd name="connsiteX8" fmla="*/ 1143000 w 2057400"/>
                    <a:gd name="connsiteY8" fmla="*/ 0 h 2057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57400" h="2057400">
                      <a:moveTo>
                        <a:pt x="1143000" y="0"/>
                      </a:moveTo>
                      <a:cubicBezTo>
                        <a:pt x="1143000" y="505009"/>
                        <a:pt x="1552391" y="914400"/>
                        <a:pt x="2057400" y="914400"/>
                      </a:cubicBezTo>
                      <a:lnTo>
                        <a:pt x="1722117" y="914400"/>
                      </a:lnTo>
                      <a:cubicBezTo>
                        <a:pt x="1276027" y="914400"/>
                        <a:pt x="914400" y="1276027"/>
                        <a:pt x="914400" y="1722117"/>
                      </a:cubicBezTo>
                      <a:lnTo>
                        <a:pt x="914400" y="2057400"/>
                      </a:lnTo>
                      <a:cubicBezTo>
                        <a:pt x="914400" y="1552391"/>
                        <a:pt x="505009" y="1143000"/>
                        <a:pt x="0" y="1143000"/>
                      </a:cubicBezTo>
                      <a:lnTo>
                        <a:pt x="335283" y="1143000"/>
                      </a:lnTo>
                      <a:cubicBezTo>
                        <a:pt x="781373" y="1143000"/>
                        <a:pt x="1143000" y="781373"/>
                        <a:pt x="1143000" y="335283"/>
                      </a:cubicBezTo>
                      <a:lnTo>
                        <a:pt x="11430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577ACC13-2E2B-4E03-8517-63AF7AFD76FA}"/>
                    </a:ext>
                  </a:extLst>
                </p:cNvPr>
                <p:cNvSpPr/>
                <p:nvPr/>
              </p:nvSpPr>
              <p:spPr>
                <a:xfrm>
                  <a:off x="6210300" y="14859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81E8C57C-C887-4011-A3A4-97E2FBE45DCF}"/>
                    </a:ext>
                  </a:extLst>
                </p:cNvPr>
                <p:cNvSpPr/>
                <p:nvPr/>
              </p:nvSpPr>
              <p:spPr>
                <a:xfrm>
                  <a:off x="4152900" y="3543300"/>
                  <a:ext cx="1828800" cy="1828800"/>
                </a:xfrm>
                <a:custGeom>
                  <a:avLst/>
                  <a:gdLst>
                    <a:gd name="connsiteX0" fmla="*/ 914400 w 1828800"/>
                    <a:gd name="connsiteY0" fmla="*/ 0 h 1828800"/>
                    <a:gd name="connsiteX1" fmla="*/ 1828800 w 1828800"/>
                    <a:gd name="connsiteY1" fmla="*/ 914400 h 1828800"/>
                    <a:gd name="connsiteX2" fmla="*/ 914400 w 1828800"/>
                    <a:gd name="connsiteY2" fmla="*/ 1828800 h 1828800"/>
                    <a:gd name="connsiteX3" fmla="*/ 0 w 1828800"/>
                    <a:gd name="connsiteY3" fmla="*/ 914400 h 1828800"/>
                    <a:gd name="connsiteX4" fmla="*/ 914400 w 1828800"/>
                    <a:gd name="connsiteY4" fmla="*/ 0 h 182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506A23-9C96-4C9F-B27E-A809B27B7886}"/>
                  </a:ext>
                </a:extLst>
              </p:cNvPr>
              <p:cNvSpPr/>
              <p:nvPr/>
            </p:nvSpPr>
            <p:spPr>
              <a:xfrm>
                <a:off x="4159623" y="1492622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0B41E32-B3AA-4ECA-91F3-2FE39947B2DF}"/>
                  </a:ext>
                </a:extLst>
              </p:cNvPr>
              <p:cNvSpPr/>
              <p:nvPr/>
            </p:nvSpPr>
            <p:spPr>
              <a:xfrm>
                <a:off x="6384665" y="3719457"/>
                <a:ext cx="1645920" cy="1645920"/>
              </a:xfrm>
              <a:prstGeom prst="ellipse">
                <a:avLst/>
              </a:prstGeom>
              <a:gradFill>
                <a:gsLst>
                  <a:gs pos="33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64CF6-9F4D-4BD1-8A75-0D7A9B6748FE}"/>
                  </a:ext>
                </a:extLst>
              </p:cNvPr>
              <p:cNvSpPr txBox="1"/>
              <p:nvPr/>
            </p:nvSpPr>
            <p:spPr>
              <a:xfrm>
                <a:off x="4585895" y="1492621"/>
                <a:ext cx="868680" cy="1569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600" dirty="0">
                    <a:latin typeface="Bahnschrift SemiBold" panose="020B0502040204020203" pitchFamily="34" charset="0"/>
                  </a:rPr>
                  <a:t>2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856436C-1A44-46E9-8729-9C1824BBC0EE}"/>
                </a:ext>
              </a:extLst>
            </p:cNvPr>
            <p:cNvSpPr txBox="1"/>
            <p:nvPr/>
          </p:nvSpPr>
          <p:spPr>
            <a:xfrm>
              <a:off x="6864502" y="3762544"/>
              <a:ext cx="1838213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600" dirty="0"/>
                <a:t>3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5AE5679-7DA8-437F-8CC9-EE48932627A4}"/>
              </a:ext>
            </a:extLst>
          </p:cNvPr>
          <p:cNvSpPr txBox="1"/>
          <p:nvPr/>
        </p:nvSpPr>
        <p:spPr>
          <a:xfrm>
            <a:off x="854786" y="174575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    Robotics</a:t>
            </a: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 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motion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navigation</a:t>
            </a:r>
            <a:endParaRPr lang="en-US" sz="3200" dirty="0"/>
          </a:p>
        </p:txBody>
      </p:sp>
      <p:pic>
        <p:nvPicPr>
          <p:cNvPr id="5" name="Graphic 4" descr="Robot with solid fill">
            <a:extLst>
              <a:ext uri="{FF2B5EF4-FFF2-40B4-BE49-F238E27FC236}">
                <a16:creationId xmlns:a16="http://schemas.microsoft.com/office/drawing/2014/main" id="{07A344CC-FDA1-4720-9B79-90EDDF087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7033" y="812286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7B840E0-38BA-49BC-86F0-E5FF958E5CDB}"/>
              </a:ext>
            </a:extLst>
          </p:cNvPr>
          <p:cNvSpPr txBox="1"/>
          <p:nvPr/>
        </p:nvSpPr>
        <p:spPr>
          <a:xfrm>
            <a:off x="3880614" y="4005853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  Game</a:t>
            </a: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 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AlphaGo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Atari agents.</a:t>
            </a:r>
            <a:endParaRPr lang="en-US" sz="3200" b="0" i="0" dirty="0">
              <a:effectLst/>
              <a:latin typeface="Roboto" panose="02000000000000000000" pitchFamily="2" charset="0"/>
            </a:endParaRPr>
          </a:p>
        </p:txBody>
      </p:sp>
      <p:pic>
        <p:nvPicPr>
          <p:cNvPr id="9" name="Graphic 8" descr="Game controller with solid fill">
            <a:extLst>
              <a:ext uri="{FF2B5EF4-FFF2-40B4-BE49-F238E27FC236}">
                <a16:creationId xmlns:a16="http://schemas.microsoft.com/office/drawing/2014/main" id="{9DCECB75-5969-460C-96FA-5ABF1C868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1450" y="3380207"/>
            <a:ext cx="806735" cy="8067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9C68D22-A4AF-46D7-A9E0-B2A11D05939B}"/>
              </a:ext>
            </a:extLst>
          </p:cNvPr>
          <p:cNvSpPr txBox="1"/>
          <p:nvPr/>
        </p:nvSpPr>
        <p:spPr>
          <a:xfrm>
            <a:off x="8255312" y="414379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Roboto" panose="02000000000000000000" pitchFamily="2" charset="0"/>
              </a:rPr>
              <a:t>  </a:t>
            </a:r>
            <a:r>
              <a:rPr lang="en-US" sz="2400" b="1" i="0" dirty="0">
                <a:effectLst/>
                <a:latin typeface="Roboto" panose="02000000000000000000" pitchFamily="2" charset="0"/>
              </a:rPr>
              <a:t>Recommendation Systems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Roboto" panose="02000000000000000000" pitchFamily="2" charset="0"/>
              </a:rPr>
              <a:t> personalized content.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AD0C82-8779-4C97-954D-FE97FBA8B3F6}"/>
              </a:ext>
            </a:extLst>
          </p:cNvPr>
          <p:cNvSpPr txBox="1"/>
          <p:nvPr/>
        </p:nvSpPr>
        <p:spPr>
          <a:xfrm>
            <a:off x="5435732" y="97409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effectLst/>
                <a:latin typeface="Roboto" panose="02000000000000000000" pitchFamily="2" charset="0"/>
              </a:rPr>
              <a:t>  Industrial Control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Roboto" panose="02000000000000000000" pitchFamily="2" charset="0"/>
              </a:rPr>
              <a:t> process optimization .</a:t>
            </a:r>
          </a:p>
        </p:txBody>
      </p:sp>
      <p:pic>
        <p:nvPicPr>
          <p:cNvPr id="42" name="Graphic 41" descr="Factory with solid fill">
            <a:extLst>
              <a:ext uri="{FF2B5EF4-FFF2-40B4-BE49-F238E27FC236}">
                <a16:creationId xmlns:a16="http://schemas.microsoft.com/office/drawing/2014/main" id="{ED85C66F-9500-4057-97A3-82E59E556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3586" y="118904"/>
            <a:ext cx="914400" cy="914400"/>
          </a:xfrm>
          <a:prstGeom prst="rect">
            <a:avLst/>
          </a:prstGeom>
        </p:spPr>
      </p:pic>
      <p:pic>
        <p:nvPicPr>
          <p:cNvPr id="44" name="Graphic 43" descr="Brain with solid fill">
            <a:extLst>
              <a:ext uri="{FF2B5EF4-FFF2-40B4-BE49-F238E27FC236}">
                <a16:creationId xmlns:a16="http://schemas.microsoft.com/office/drawing/2014/main" id="{673BC2EA-5716-47D8-B24B-A4B7E01B38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79882" y="32503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6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rc 42">
            <a:extLst>
              <a:ext uri="{FF2B5EF4-FFF2-40B4-BE49-F238E27FC236}">
                <a16:creationId xmlns:a16="http://schemas.microsoft.com/office/drawing/2014/main" id="{87263034-2EDD-4070-8B16-2DF5C9510AB1}"/>
              </a:ext>
            </a:extLst>
          </p:cNvPr>
          <p:cNvSpPr/>
          <p:nvPr/>
        </p:nvSpPr>
        <p:spPr>
          <a:xfrm rot="8315484">
            <a:off x="853563" y="-9086727"/>
            <a:ext cx="10972800" cy="10972800"/>
          </a:xfrm>
          <a:prstGeom prst="arc">
            <a:avLst>
              <a:gd name="adj1" fmla="val 16842861"/>
              <a:gd name="adj2" fmla="val 20901778"/>
            </a:avLst>
          </a:prstGeom>
          <a:ln w="38100">
            <a:solidFill>
              <a:schemeClr val="tx1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CA2071-2CE0-44F8-9420-9BCEF297836E}"/>
              </a:ext>
            </a:extLst>
          </p:cNvPr>
          <p:cNvSpPr txBox="1"/>
          <p:nvPr/>
        </p:nvSpPr>
        <p:spPr>
          <a:xfrm>
            <a:off x="4379289" y="327617"/>
            <a:ext cx="44842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385B71"/>
                </a:solidFill>
                <a:latin typeface="Berlin Sans FB Demi" panose="020E0802020502020306" pitchFamily="34" charset="0"/>
              </a:rPr>
              <a:t>CHALLENGES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E27D2C-65E3-4690-9985-430222C014E1}"/>
              </a:ext>
            </a:extLst>
          </p:cNvPr>
          <p:cNvSpPr txBox="1"/>
          <p:nvPr/>
        </p:nvSpPr>
        <p:spPr>
          <a:xfrm>
            <a:off x="464804" y="3075318"/>
            <a:ext cx="235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BA0A6"/>
                </a:solidFill>
                <a:latin typeface="Bahnschrift SemiBold SemiConden" panose="020B0502040204020203" pitchFamily="34" charset="0"/>
              </a:rPr>
              <a:t>1. Sample Inefficiency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6CF4EA-C7F8-454F-9FDF-E2E5F196A6F6}"/>
              </a:ext>
            </a:extLst>
          </p:cNvPr>
          <p:cNvSpPr txBox="1"/>
          <p:nvPr/>
        </p:nvSpPr>
        <p:spPr>
          <a:xfrm>
            <a:off x="460868" y="4047138"/>
            <a:ext cx="2028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Requires large amounts of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Slow learning process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75BA60-A485-4A9B-A88A-084FEDA4CDC7}"/>
              </a:ext>
            </a:extLst>
          </p:cNvPr>
          <p:cNvSpPr txBox="1"/>
          <p:nvPr/>
        </p:nvSpPr>
        <p:spPr>
          <a:xfrm>
            <a:off x="6353037" y="4795413"/>
            <a:ext cx="2695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596A9"/>
                </a:solidFill>
                <a:latin typeface="Bahnschrift SemiBold SemiConden" panose="020B0502040204020203" pitchFamily="34" charset="0"/>
              </a:rPr>
              <a:t>3. Delayed Rewards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3515CD-F246-41A2-BC41-2EA0B19FAF81}"/>
              </a:ext>
            </a:extLst>
          </p:cNvPr>
          <p:cNvSpPr txBox="1"/>
          <p:nvPr/>
        </p:nvSpPr>
        <p:spPr>
          <a:xfrm>
            <a:off x="3449173" y="4418040"/>
            <a:ext cx="2481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43F52"/>
                </a:solidFill>
                <a:latin typeface="Bahnschrift SemiBold SemiConden" panose="020B0502040204020203" pitchFamily="34" charset="0"/>
              </a:rPr>
              <a:t>2. Sparse Rewards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BF6F86-FD8F-41F1-9EE1-FBA0F834E3EB}"/>
              </a:ext>
            </a:extLst>
          </p:cNvPr>
          <p:cNvSpPr txBox="1"/>
          <p:nvPr/>
        </p:nvSpPr>
        <p:spPr>
          <a:xfrm>
            <a:off x="3449173" y="4879705"/>
            <a:ext cx="2481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Limited or infrequent feedback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Difficult for the agent to learn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33FF80-3D64-43E3-AA4D-DDA4DA2CB6C2}"/>
              </a:ext>
            </a:extLst>
          </p:cNvPr>
          <p:cNvSpPr txBox="1"/>
          <p:nvPr/>
        </p:nvSpPr>
        <p:spPr>
          <a:xfrm>
            <a:off x="6625755" y="5358716"/>
            <a:ext cx="2481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Rewards received after many actions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Hard to identify important actions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BBE36E-FBCE-4153-8E25-AE47BA58AB15}"/>
              </a:ext>
            </a:extLst>
          </p:cNvPr>
          <p:cNvSpPr txBox="1"/>
          <p:nvPr/>
        </p:nvSpPr>
        <p:spPr>
          <a:xfrm>
            <a:off x="9181842" y="3912544"/>
            <a:ext cx="2695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B92C50"/>
                </a:solidFill>
                <a:latin typeface="Bahnschrift SemiBold SemiConden" panose="020B0502040204020203" pitchFamily="34" charset="0"/>
              </a:rPr>
              <a:t>4. Training Instability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AD323A-656A-4EC7-8B07-11188C5E27E9}"/>
              </a:ext>
            </a:extLst>
          </p:cNvPr>
          <p:cNvSpPr txBox="1"/>
          <p:nvPr/>
        </p:nvSpPr>
        <p:spPr>
          <a:xfrm>
            <a:off x="9181842" y="4452122"/>
            <a:ext cx="2481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Learning can be unpredictable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Dubai Medium" panose="020B0603030403030204" pitchFamily="34" charset="-78"/>
                <a:cs typeface="Dubai Medium" panose="020B0603030403030204" pitchFamily="34" charset="-78"/>
              </a:rPr>
              <a:t>Results may fluctuate</a:t>
            </a:r>
          </a:p>
        </p:txBody>
      </p:sp>
      <p:grpSp>
        <p:nvGrpSpPr>
          <p:cNvPr id="86" name="4">
            <a:extLst>
              <a:ext uri="{FF2B5EF4-FFF2-40B4-BE49-F238E27FC236}">
                <a16:creationId xmlns:a16="http://schemas.microsoft.com/office/drawing/2014/main" id="{4A26EC1C-C6B6-4039-8A61-BE5A951E07E2}"/>
              </a:ext>
            </a:extLst>
          </p:cNvPr>
          <p:cNvGrpSpPr/>
          <p:nvPr/>
        </p:nvGrpSpPr>
        <p:grpSpPr>
          <a:xfrm rot="9000000">
            <a:off x="-1818063" y="-8718513"/>
            <a:ext cx="15544800" cy="15544800"/>
            <a:chOff x="-1676400" y="-8686800"/>
            <a:chExt cx="15544800" cy="15544800"/>
          </a:xfrm>
          <a:effectLst>
            <a:outerShdw blurRad="317500" dist="254000" dir="162000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78FFE85-49B8-49D6-99D1-0367755F846D}"/>
                </a:ext>
              </a:extLst>
            </p:cNvPr>
            <p:cNvGrpSpPr/>
            <p:nvPr/>
          </p:nvGrpSpPr>
          <p:grpSpPr>
            <a:xfrm rot="2711904">
              <a:off x="8313156" y="1140075"/>
              <a:ext cx="2103120" cy="2286000"/>
              <a:chOff x="5044440" y="2286000"/>
              <a:chExt cx="2103119" cy="2286000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BFE568C-4D55-41B6-9495-AE74ADC75A57}"/>
                  </a:ext>
                </a:extLst>
              </p:cNvPr>
              <p:cNvSpPr/>
              <p:nvPr/>
            </p:nvSpPr>
            <p:spPr>
              <a:xfrm>
                <a:off x="5044440" y="2286002"/>
                <a:ext cx="1051559" cy="2285998"/>
              </a:xfrm>
              <a:custGeom>
                <a:avLst/>
                <a:gdLst>
                  <a:gd name="connsiteX0" fmla="*/ 1051559 w 1051559"/>
                  <a:gd name="connsiteY0" fmla="*/ 0 h 2285998"/>
                  <a:gd name="connsiteX1" fmla="*/ 1051559 w 1051559"/>
                  <a:gd name="connsiteY1" fmla="*/ 1719071 h 2285998"/>
                  <a:gd name="connsiteX2" fmla="*/ 0 w 1051559"/>
                  <a:gd name="connsiteY2" fmla="*/ 2285998 h 2285998"/>
                  <a:gd name="connsiteX3" fmla="*/ 1051559 w 1051559"/>
                  <a:gd name="connsiteY3" fmla="*/ 0 h 228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559" h="2285998">
                    <a:moveTo>
                      <a:pt x="1051559" y="0"/>
                    </a:moveTo>
                    <a:lnTo>
                      <a:pt x="1051559" y="1719071"/>
                    </a:lnTo>
                    <a:lnTo>
                      <a:pt x="0" y="2285998"/>
                    </a:lnTo>
                    <a:lnTo>
                      <a:pt x="1051559" y="0"/>
                    </a:ln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95E9D24-B870-4407-9787-E73C50BFB0C1}"/>
                  </a:ext>
                </a:extLst>
              </p:cNvPr>
              <p:cNvSpPr/>
              <p:nvPr/>
            </p:nvSpPr>
            <p:spPr>
              <a:xfrm>
                <a:off x="6095998" y="2286000"/>
                <a:ext cx="1051561" cy="2286000"/>
              </a:xfrm>
              <a:custGeom>
                <a:avLst/>
                <a:gdLst>
                  <a:gd name="connsiteX0" fmla="*/ 1 w 1051561"/>
                  <a:gd name="connsiteY0" fmla="*/ 0 h 2286000"/>
                  <a:gd name="connsiteX1" fmla="*/ 1051561 w 1051561"/>
                  <a:gd name="connsiteY1" fmla="*/ 2286000 h 2286000"/>
                  <a:gd name="connsiteX2" fmla="*/ 1 w 1051561"/>
                  <a:gd name="connsiteY2" fmla="*/ 1719072 h 2286000"/>
                  <a:gd name="connsiteX3" fmla="*/ 0 w 1051561"/>
                  <a:gd name="connsiteY3" fmla="*/ 1719073 h 2286000"/>
                  <a:gd name="connsiteX4" fmla="*/ 0 w 1051561"/>
                  <a:gd name="connsiteY4" fmla="*/ 2 h 2286000"/>
                  <a:gd name="connsiteX5" fmla="*/ 1 w 1051561"/>
                  <a:gd name="connsiteY5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1561" h="2286000">
                    <a:moveTo>
                      <a:pt x="1" y="0"/>
                    </a:moveTo>
                    <a:lnTo>
                      <a:pt x="1051561" y="2286000"/>
                    </a:lnTo>
                    <a:lnTo>
                      <a:pt x="1" y="1719072"/>
                    </a:lnTo>
                    <a:lnTo>
                      <a:pt x="0" y="1719073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BA0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89828BB-70B6-4635-A9B8-62330F6AEF5F}"/>
                </a:ext>
              </a:extLst>
            </p:cNvPr>
            <p:cNvSpPr/>
            <p:nvPr/>
          </p:nvSpPr>
          <p:spPr>
            <a:xfrm>
              <a:off x="-1676400" y="-8686800"/>
              <a:ext cx="15544800" cy="155448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3">
            <a:extLst>
              <a:ext uri="{FF2B5EF4-FFF2-40B4-BE49-F238E27FC236}">
                <a16:creationId xmlns:a16="http://schemas.microsoft.com/office/drawing/2014/main" id="{93B0012D-5552-44A7-877D-BE63A88E63AD}"/>
              </a:ext>
            </a:extLst>
          </p:cNvPr>
          <p:cNvGrpSpPr/>
          <p:nvPr/>
        </p:nvGrpSpPr>
        <p:grpSpPr>
          <a:xfrm rot="9000000">
            <a:off x="-1818062" y="-8823234"/>
            <a:ext cx="15544800" cy="15544800"/>
            <a:chOff x="-1676400" y="-8686800"/>
            <a:chExt cx="15544800" cy="15544800"/>
          </a:xfrm>
          <a:effectLst>
            <a:outerShdw blurRad="317500" dist="254000" dir="162000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6C375C0-24D2-4B47-A2E3-DA3DFD663A73}"/>
                </a:ext>
              </a:extLst>
            </p:cNvPr>
            <p:cNvGrpSpPr/>
            <p:nvPr/>
          </p:nvGrpSpPr>
          <p:grpSpPr>
            <a:xfrm rot="2711904">
              <a:off x="8313156" y="1140075"/>
              <a:ext cx="2103120" cy="2286000"/>
              <a:chOff x="5044440" y="2286000"/>
              <a:chExt cx="2103119" cy="2286000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F2BDB9D-4E8E-4456-9A5F-3A80138054C4}"/>
                  </a:ext>
                </a:extLst>
              </p:cNvPr>
              <p:cNvSpPr/>
              <p:nvPr/>
            </p:nvSpPr>
            <p:spPr>
              <a:xfrm>
                <a:off x="5044440" y="2286002"/>
                <a:ext cx="1051559" cy="2285998"/>
              </a:xfrm>
              <a:custGeom>
                <a:avLst/>
                <a:gdLst>
                  <a:gd name="connsiteX0" fmla="*/ 1051559 w 1051559"/>
                  <a:gd name="connsiteY0" fmla="*/ 0 h 2285998"/>
                  <a:gd name="connsiteX1" fmla="*/ 1051559 w 1051559"/>
                  <a:gd name="connsiteY1" fmla="*/ 1719071 h 2285998"/>
                  <a:gd name="connsiteX2" fmla="*/ 0 w 1051559"/>
                  <a:gd name="connsiteY2" fmla="*/ 2285998 h 2285998"/>
                  <a:gd name="connsiteX3" fmla="*/ 1051559 w 1051559"/>
                  <a:gd name="connsiteY3" fmla="*/ 0 h 228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559" h="2285998">
                    <a:moveTo>
                      <a:pt x="1051559" y="0"/>
                    </a:moveTo>
                    <a:lnTo>
                      <a:pt x="1051559" y="1719071"/>
                    </a:lnTo>
                    <a:lnTo>
                      <a:pt x="0" y="2285998"/>
                    </a:lnTo>
                    <a:lnTo>
                      <a:pt x="1051559" y="0"/>
                    </a:lnTo>
                    <a:close/>
                  </a:path>
                </a:pathLst>
              </a:custGeom>
              <a:solidFill>
                <a:srgbClr val="385B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6B61D65-F7C3-4525-970D-9F1145271963}"/>
                  </a:ext>
                </a:extLst>
              </p:cNvPr>
              <p:cNvSpPr/>
              <p:nvPr/>
            </p:nvSpPr>
            <p:spPr>
              <a:xfrm>
                <a:off x="6095998" y="2286000"/>
                <a:ext cx="1051561" cy="2286000"/>
              </a:xfrm>
              <a:custGeom>
                <a:avLst/>
                <a:gdLst>
                  <a:gd name="connsiteX0" fmla="*/ 1 w 1051561"/>
                  <a:gd name="connsiteY0" fmla="*/ 0 h 2286000"/>
                  <a:gd name="connsiteX1" fmla="*/ 1051561 w 1051561"/>
                  <a:gd name="connsiteY1" fmla="*/ 2286000 h 2286000"/>
                  <a:gd name="connsiteX2" fmla="*/ 1 w 1051561"/>
                  <a:gd name="connsiteY2" fmla="*/ 1719072 h 2286000"/>
                  <a:gd name="connsiteX3" fmla="*/ 0 w 1051561"/>
                  <a:gd name="connsiteY3" fmla="*/ 1719073 h 2286000"/>
                  <a:gd name="connsiteX4" fmla="*/ 0 w 1051561"/>
                  <a:gd name="connsiteY4" fmla="*/ 2 h 2286000"/>
                  <a:gd name="connsiteX5" fmla="*/ 1 w 1051561"/>
                  <a:gd name="connsiteY5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1561" h="2286000">
                    <a:moveTo>
                      <a:pt x="1" y="0"/>
                    </a:moveTo>
                    <a:lnTo>
                      <a:pt x="1051561" y="2286000"/>
                    </a:lnTo>
                    <a:lnTo>
                      <a:pt x="1" y="1719072"/>
                    </a:lnTo>
                    <a:lnTo>
                      <a:pt x="0" y="1719073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43F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3C99BBB-05CD-435D-8308-157AF49C4FB4}"/>
                </a:ext>
              </a:extLst>
            </p:cNvPr>
            <p:cNvSpPr/>
            <p:nvPr/>
          </p:nvSpPr>
          <p:spPr>
            <a:xfrm>
              <a:off x="-1676400" y="-8686800"/>
              <a:ext cx="15544800" cy="155448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2">
            <a:extLst>
              <a:ext uri="{FF2B5EF4-FFF2-40B4-BE49-F238E27FC236}">
                <a16:creationId xmlns:a16="http://schemas.microsoft.com/office/drawing/2014/main" id="{DE51E299-9A4A-4D90-956F-705511481395}"/>
              </a:ext>
            </a:extLst>
          </p:cNvPr>
          <p:cNvGrpSpPr/>
          <p:nvPr/>
        </p:nvGrpSpPr>
        <p:grpSpPr>
          <a:xfrm rot="9000000">
            <a:off x="-1676400" y="-8686800"/>
            <a:ext cx="15544800" cy="15544800"/>
            <a:chOff x="-1676400" y="-8686800"/>
            <a:chExt cx="15544800" cy="15544800"/>
          </a:xfrm>
          <a:effectLst>
            <a:outerShdw blurRad="317500" dist="254000" dir="162000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4AF93F0-E2BE-4C77-9019-B96296AAC6B7}"/>
                </a:ext>
              </a:extLst>
            </p:cNvPr>
            <p:cNvGrpSpPr/>
            <p:nvPr/>
          </p:nvGrpSpPr>
          <p:grpSpPr>
            <a:xfrm rot="2711904">
              <a:off x="8313156" y="1140075"/>
              <a:ext cx="2103120" cy="2286000"/>
              <a:chOff x="5044440" y="2286000"/>
              <a:chExt cx="2103119" cy="2286000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238115B-2E27-4BF1-9F60-E2AF2386DED7}"/>
                  </a:ext>
                </a:extLst>
              </p:cNvPr>
              <p:cNvSpPr/>
              <p:nvPr/>
            </p:nvSpPr>
            <p:spPr>
              <a:xfrm>
                <a:off x="5044440" y="2286002"/>
                <a:ext cx="1051559" cy="2285998"/>
              </a:xfrm>
              <a:custGeom>
                <a:avLst/>
                <a:gdLst>
                  <a:gd name="connsiteX0" fmla="*/ 1051559 w 1051559"/>
                  <a:gd name="connsiteY0" fmla="*/ 0 h 2285998"/>
                  <a:gd name="connsiteX1" fmla="*/ 1051559 w 1051559"/>
                  <a:gd name="connsiteY1" fmla="*/ 1719071 h 2285998"/>
                  <a:gd name="connsiteX2" fmla="*/ 0 w 1051559"/>
                  <a:gd name="connsiteY2" fmla="*/ 2285998 h 2285998"/>
                  <a:gd name="connsiteX3" fmla="*/ 1051559 w 1051559"/>
                  <a:gd name="connsiteY3" fmla="*/ 0 h 228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559" h="2285998">
                    <a:moveTo>
                      <a:pt x="1051559" y="0"/>
                    </a:moveTo>
                    <a:lnTo>
                      <a:pt x="1051559" y="1719071"/>
                    </a:lnTo>
                    <a:lnTo>
                      <a:pt x="0" y="2285998"/>
                    </a:lnTo>
                    <a:lnTo>
                      <a:pt x="1051559" y="0"/>
                    </a:lnTo>
                    <a:close/>
                  </a:path>
                </a:pathLst>
              </a:custGeom>
              <a:solidFill>
                <a:srgbClr val="A0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086F723-D4DB-4751-8687-38BF8E4B828F}"/>
                  </a:ext>
                </a:extLst>
              </p:cNvPr>
              <p:cNvSpPr/>
              <p:nvPr/>
            </p:nvSpPr>
            <p:spPr>
              <a:xfrm>
                <a:off x="6095998" y="2286000"/>
                <a:ext cx="1051561" cy="2286000"/>
              </a:xfrm>
              <a:custGeom>
                <a:avLst/>
                <a:gdLst>
                  <a:gd name="connsiteX0" fmla="*/ 1 w 1051561"/>
                  <a:gd name="connsiteY0" fmla="*/ 0 h 2286000"/>
                  <a:gd name="connsiteX1" fmla="*/ 1051561 w 1051561"/>
                  <a:gd name="connsiteY1" fmla="*/ 2286000 h 2286000"/>
                  <a:gd name="connsiteX2" fmla="*/ 1 w 1051561"/>
                  <a:gd name="connsiteY2" fmla="*/ 1719072 h 2286000"/>
                  <a:gd name="connsiteX3" fmla="*/ 0 w 1051561"/>
                  <a:gd name="connsiteY3" fmla="*/ 1719073 h 2286000"/>
                  <a:gd name="connsiteX4" fmla="*/ 0 w 1051561"/>
                  <a:gd name="connsiteY4" fmla="*/ 2 h 2286000"/>
                  <a:gd name="connsiteX5" fmla="*/ 1 w 1051561"/>
                  <a:gd name="connsiteY5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1561" h="2286000">
                    <a:moveTo>
                      <a:pt x="1" y="0"/>
                    </a:moveTo>
                    <a:lnTo>
                      <a:pt x="1051561" y="2286000"/>
                    </a:lnTo>
                    <a:lnTo>
                      <a:pt x="1" y="1719072"/>
                    </a:lnTo>
                    <a:lnTo>
                      <a:pt x="0" y="1719073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596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032F70C-EC0F-485C-A555-591E1F76299C}"/>
                </a:ext>
              </a:extLst>
            </p:cNvPr>
            <p:cNvSpPr/>
            <p:nvPr/>
          </p:nvSpPr>
          <p:spPr>
            <a:xfrm>
              <a:off x="-1676400" y="-8686800"/>
              <a:ext cx="15544800" cy="155448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1">
            <a:extLst>
              <a:ext uri="{FF2B5EF4-FFF2-40B4-BE49-F238E27FC236}">
                <a16:creationId xmlns:a16="http://schemas.microsoft.com/office/drawing/2014/main" id="{24606725-3DA0-4D7F-A460-A5348668BC0E}"/>
              </a:ext>
            </a:extLst>
          </p:cNvPr>
          <p:cNvGrpSpPr/>
          <p:nvPr/>
        </p:nvGrpSpPr>
        <p:grpSpPr>
          <a:xfrm rot="9000000">
            <a:off x="-1676400" y="-8667614"/>
            <a:ext cx="15544800" cy="15544800"/>
            <a:chOff x="-1676400" y="-8686800"/>
            <a:chExt cx="15544800" cy="15544800"/>
          </a:xfrm>
          <a:effectLst>
            <a:outerShdw blurRad="317500" dist="254000" dir="162000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1B0BB8-5C4D-413E-842E-92DBE9834E11}"/>
                </a:ext>
              </a:extLst>
            </p:cNvPr>
            <p:cNvGrpSpPr/>
            <p:nvPr/>
          </p:nvGrpSpPr>
          <p:grpSpPr>
            <a:xfrm rot="2711904">
              <a:off x="8313156" y="1140075"/>
              <a:ext cx="2103120" cy="2286000"/>
              <a:chOff x="5044440" y="2286000"/>
              <a:chExt cx="2103119" cy="228600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7A497D9-9429-48D8-9BB7-B85A06D7A4A6}"/>
                  </a:ext>
                </a:extLst>
              </p:cNvPr>
              <p:cNvSpPr/>
              <p:nvPr/>
            </p:nvSpPr>
            <p:spPr>
              <a:xfrm>
                <a:off x="5044440" y="2286002"/>
                <a:ext cx="1051559" cy="2285998"/>
              </a:xfrm>
              <a:custGeom>
                <a:avLst/>
                <a:gdLst>
                  <a:gd name="connsiteX0" fmla="*/ 1051559 w 1051559"/>
                  <a:gd name="connsiteY0" fmla="*/ 0 h 2285998"/>
                  <a:gd name="connsiteX1" fmla="*/ 1051559 w 1051559"/>
                  <a:gd name="connsiteY1" fmla="*/ 1719071 h 2285998"/>
                  <a:gd name="connsiteX2" fmla="*/ 0 w 1051559"/>
                  <a:gd name="connsiteY2" fmla="*/ 2285998 h 2285998"/>
                  <a:gd name="connsiteX3" fmla="*/ 1051559 w 1051559"/>
                  <a:gd name="connsiteY3" fmla="*/ 0 h 228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1559" h="2285998">
                    <a:moveTo>
                      <a:pt x="1051559" y="0"/>
                    </a:moveTo>
                    <a:lnTo>
                      <a:pt x="1051559" y="1719071"/>
                    </a:lnTo>
                    <a:lnTo>
                      <a:pt x="0" y="2285998"/>
                    </a:lnTo>
                    <a:lnTo>
                      <a:pt x="1051559" y="0"/>
                    </a:lnTo>
                    <a:close/>
                  </a:path>
                </a:pathLst>
              </a:custGeom>
              <a:solidFill>
                <a:srgbClr val="FE2A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A7E3323E-93B6-47B4-A416-E9234100C919}"/>
                  </a:ext>
                </a:extLst>
              </p:cNvPr>
              <p:cNvSpPr/>
              <p:nvPr/>
            </p:nvSpPr>
            <p:spPr>
              <a:xfrm>
                <a:off x="6095998" y="2286000"/>
                <a:ext cx="1051561" cy="2286000"/>
              </a:xfrm>
              <a:custGeom>
                <a:avLst/>
                <a:gdLst>
                  <a:gd name="connsiteX0" fmla="*/ 1 w 1051561"/>
                  <a:gd name="connsiteY0" fmla="*/ 0 h 2286000"/>
                  <a:gd name="connsiteX1" fmla="*/ 1051561 w 1051561"/>
                  <a:gd name="connsiteY1" fmla="*/ 2286000 h 2286000"/>
                  <a:gd name="connsiteX2" fmla="*/ 1 w 1051561"/>
                  <a:gd name="connsiteY2" fmla="*/ 1719072 h 2286000"/>
                  <a:gd name="connsiteX3" fmla="*/ 0 w 1051561"/>
                  <a:gd name="connsiteY3" fmla="*/ 1719073 h 2286000"/>
                  <a:gd name="connsiteX4" fmla="*/ 0 w 1051561"/>
                  <a:gd name="connsiteY4" fmla="*/ 2 h 2286000"/>
                  <a:gd name="connsiteX5" fmla="*/ 1 w 1051561"/>
                  <a:gd name="connsiteY5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1561" h="2286000">
                    <a:moveTo>
                      <a:pt x="1" y="0"/>
                    </a:moveTo>
                    <a:lnTo>
                      <a:pt x="1051561" y="2286000"/>
                    </a:lnTo>
                    <a:lnTo>
                      <a:pt x="1" y="1719072"/>
                    </a:lnTo>
                    <a:lnTo>
                      <a:pt x="0" y="1719073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92C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97DBB7-86BE-4C59-BAB7-9ED9E0336EAF}"/>
                </a:ext>
              </a:extLst>
            </p:cNvPr>
            <p:cNvSpPr/>
            <p:nvPr/>
          </p:nvSpPr>
          <p:spPr>
            <a:xfrm>
              <a:off x="-1676400" y="-8686800"/>
              <a:ext cx="15544800" cy="155448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275E20E-ACCC-4003-A562-0FBF2BE99072}"/>
              </a:ext>
            </a:extLst>
          </p:cNvPr>
          <p:cNvSpPr/>
          <p:nvPr/>
        </p:nvSpPr>
        <p:spPr>
          <a:xfrm>
            <a:off x="13117771" y="1505624"/>
            <a:ext cx="162046" cy="321776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1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fill="hold" nodeType="withEffect" p14:presetBounceEnd="84211">
                                      <p:stCondLst>
                                        <p:cond delay="0"/>
                                      </p:stCondLst>
                                      <p:childTnLst>
                                        <p:animRot by="-9000000" p14:bounceEnd="84211">
                                          <p:cBhvr>
                                            <p:cTn id="6" dur="47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fill="hold" nodeType="withEffect" p14:presetBounceEnd="84211">
                                      <p:stCondLst>
                                        <p:cond delay="0"/>
                                      </p:stCondLst>
                                      <p:childTnLst>
                                        <p:animRot by="-7200000" p14:bounceEnd="84211">
                                          <p:cBhvr>
                                            <p:cTn id="8" dur="4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fill="hold" nodeType="withEffect" p14:presetBounceEnd="84211">
                                      <p:stCondLst>
                                        <p:cond delay="0"/>
                                      </p:stCondLst>
                                      <p:childTnLst>
                                        <p:animRot by="-5400000" p14:bounceEnd="84211">
                                          <p:cBhvr>
                                            <p:cTn id="10" dur="475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fill="hold" nodeType="withEffect" p14:presetBounceEnd="84211">
                                      <p:stCondLst>
                                        <p:cond delay="0"/>
                                      </p:stCondLst>
                                      <p:childTnLst>
                                        <p:animRot by="-3600000" p14:bounceEnd="84211">
                                          <p:cBhvr>
                                            <p:cTn id="12" dur="4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3" grpId="0" animBg="1"/>
          <p:bldP spid="44" grpId="0"/>
          <p:bldP spid="45" grpId="0"/>
          <p:bldP spid="47" grpId="0"/>
          <p:bldP spid="50" grpId="0"/>
          <p:bldP spid="51" grpId="0"/>
          <p:bldP spid="52" grpId="0"/>
          <p:bldP spid="53" grpId="0"/>
          <p:bldP spid="54" grpId="0"/>
          <p:bldP spid="55" grpId="0"/>
          <p:bldP spid="1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9000000">
                                          <p:cBhvr>
                                            <p:cTn id="6" dur="47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7200000">
                                          <p:cBhvr>
                                            <p:cTn id="8" dur="4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5400000">
                                          <p:cBhvr>
                                            <p:cTn id="10" dur="475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3600000">
                                          <p:cBhvr>
                                            <p:cTn id="12" dur="4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3" grpId="0" animBg="1"/>
          <p:bldP spid="44" grpId="0"/>
          <p:bldP spid="45" grpId="0"/>
          <p:bldP spid="47" grpId="0"/>
          <p:bldP spid="50" grpId="0"/>
          <p:bldP spid="51" grpId="0"/>
          <p:bldP spid="52" grpId="0"/>
          <p:bldP spid="53" grpId="0"/>
          <p:bldP spid="54" grpId="0"/>
          <p:bldP spid="55" grpId="0"/>
          <p:bldP spid="116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B5EA248-2FFE-429B-93E5-FAECB1879A4C}"/>
              </a:ext>
            </a:extLst>
          </p:cNvPr>
          <p:cNvSpPr/>
          <p:nvPr/>
        </p:nvSpPr>
        <p:spPr>
          <a:xfrm>
            <a:off x="0" y="3046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190500" dist="190500" algn="l" rotWithShape="0">
                  <a:prstClr val="black">
                    <a:alpha val="55000"/>
                  </a:prstClr>
                </a:outerShdw>
              </a:effectLst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F7A571-26E0-4822-B5CD-223F50556FF0}"/>
              </a:ext>
            </a:extLst>
          </p:cNvPr>
          <p:cNvSpPr/>
          <p:nvPr/>
        </p:nvSpPr>
        <p:spPr>
          <a:xfrm>
            <a:off x="3354721" y="137161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43F5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10597B-8365-4A54-BF35-69B8E8473174}"/>
              </a:ext>
            </a:extLst>
          </p:cNvPr>
          <p:cNvSpPr/>
          <p:nvPr/>
        </p:nvSpPr>
        <p:spPr>
          <a:xfrm>
            <a:off x="1804598" y="137161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0C5CE">
              <a:alpha val="75000"/>
            </a:srgbClr>
          </a:solidFill>
          <a:ln>
            <a:noFill/>
          </a:ln>
          <a:effectLst>
            <a:outerShdw blurRad="1270000" dist="635000" dir="42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117789-7921-496B-9DD8-A4C83D71BDB0}"/>
              </a:ext>
            </a:extLst>
          </p:cNvPr>
          <p:cNvSpPr/>
          <p:nvPr/>
        </p:nvSpPr>
        <p:spPr>
          <a:xfrm>
            <a:off x="106305" y="30465"/>
            <a:ext cx="5608320" cy="6858000"/>
          </a:xfrm>
          <a:custGeom>
            <a:avLst/>
            <a:gdLst>
              <a:gd name="connsiteX0" fmla="*/ 0 w 5120640"/>
              <a:gd name="connsiteY0" fmla="*/ 0 h 6858000"/>
              <a:gd name="connsiteX1" fmla="*/ 5120640 w 5120640"/>
              <a:gd name="connsiteY1" fmla="*/ 0 h 6858000"/>
              <a:gd name="connsiteX2" fmla="*/ 5120640 w 5120640"/>
              <a:gd name="connsiteY2" fmla="*/ 23548 h 6858000"/>
              <a:gd name="connsiteX3" fmla="*/ 2633103 w 5120640"/>
              <a:gd name="connsiteY3" fmla="*/ 6858000 h 6858000"/>
              <a:gd name="connsiteX4" fmla="*/ 0 w 512064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6858000">
                <a:moveTo>
                  <a:pt x="0" y="0"/>
                </a:moveTo>
                <a:lnTo>
                  <a:pt x="5120640" y="0"/>
                </a:lnTo>
                <a:lnTo>
                  <a:pt x="5120640" y="23548"/>
                </a:lnTo>
                <a:lnTo>
                  <a:pt x="263310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596A9"/>
          </a:solidFill>
          <a:ln>
            <a:noFill/>
          </a:ln>
          <a:effectLst>
            <a:outerShdw blurRad="1270000" dist="635000" dir="42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458F6F99-5C99-4776-B92A-1D71BC5CB6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8945"/>
            </a:avLst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71C8F8-FDDC-4553-BCF2-FE2A95169FD3}"/>
              </a:ext>
            </a:extLst>
          </p:cNvPr>
          <p:cNvGrpSpPr/>
          <p:nvPr/>
        </p:nvGrpSpPr>
        <p:grpSpPr>
          <a:xfrm>
            <a:off x="469445" y="1727677"/>
            <a:ext cx="11378871" cy="1600260"/>
            <a:chOff x="0" y="1775370"/>
            <a:chExt cx="11378871" cy="16002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DBAC8A-4609-46B7-A8C3-A262BCC5730E}"/>
                </a:ext>
              </a:extLst>
            </p:cNvPr>
            <p:cNvSpPr txBox="1"/>
            <p:nvPr/>
          </p:nvSpPr>
          <p:spPr>
            <a:xfrm>
              <a:off x="10083471" y="1775370"/>
              <a:ext cx="1295400" cy="16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DE8CC6-C379-4C24-A8C2-0309B4FA911A}"/>
                </a:ext>
              </a:extLst>
            </p:cNvPr>
            <p:cNvSpPr txBox="1"/>
            <p:nvPr/>
          </p:nvSpPr>
          <p:spPr>
            <a:xfrm>
              <a:off x="9262831" y="1775370"/>
              <a:ext cx="1295400" cy="16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2592C3-191A-4ED9-958C-36FCEB4FFF9C}"/>
                </a:ext>
              </a:extLst>
            </p:cNvPr>
            <p:cNvSpPr txBox="1"/>
            <p:nvPr/>
          </p:nvSpPr>
          <p:spPr>
            <a:xfrm>
              <a:off x="8434515" y="1775370"/>
              <a:ext cx="1295400" cy="16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C30CF6-759A-4272-96BE-C7CC40963F14}"/>
                </a:ext>
              </a:extLst>
            </p:cNvPr>
            <p:cNvSpPr txBox="1"/>
            <p:nvPr/>
          </p:nvSpPr>
          <p:spPr>
            <a:xfrm>
              <a:off x="8253899" y="1775370"/>
              <a:ext cx="1295400" cy="16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I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9CC1C8-0C95-41B8-87D4-364B86668455}"/>
                </a:ext>
              </a:extLst>
            </p:cNvPr>
            <p:cNvSpPr txBox="1"/>
            <p:nvPr/>
          </p:nvSpPr>
          <p:spPr>
            <a:xfrm>
              <a:off x="7426410" y="1775370"/>
              <a:ext cx="1295400" cy="160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6DCF86-F227-470B-AC29-EC625D2D7BAB}"/>
                </a:ext>
              </a:extLst>
            </p:cNvPr>
            <p:cNvSpPr txBox="1"/>
            <p:nvPr/>
          </p:nvSpPr>
          <p:spPr>
            <a:xfrm>
              <a:off x="6743700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101535-AA42-4209-8AED-FBD78E93F02D}"/>
                </a:ext>
              </a:extLst>
            </p:cNvPr>
            <p:cNvSpPr txBox="1"/>
            <p:nvPr/>
          </p:nvSpPr>
          <p:spPr>
            <a:xfrm>
              <a:off x="6231599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300FA5-754B-4937-B875-84657AF7DD2A}"/>
                </a:ext>
              </a:extLst>
            </p:cNvPr>
            <p:cNvSpPr txBox="1"/>
            <p:nvPr/>
          </p:nvSpPr>
          <p:spPr>
            <a:xfrm>
              <a:off x="5365200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U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AB1D3B-4D2B-41A9-AE35-A954BFDD302A}"/>
                </a:ext>
              </a:extLst>
            </p:cNvPr>
            <p:cNvSpPr txBox="1"/>
            <p:nvPr/>
          </p:nvSpPr>
          <p:spPr>
            <a:xfrm>
              <a:off x="4706888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726522A-9EE5-4C77-A674-59EC9BDFCCD6}"/>
                </a:ext>
              </a:extLst>
            </p:cNvPr>
            <p:cNvSpPr txBox="1"/>
            <p:nvPr/>
          </p:nvSpPr>
          <p:spPr>
            <a:xfrm>
              <a:off x="3974897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EB3222-CC8A-4E9D-BA72-399FDD766DCE}"/>
                </a:ext>
              </a:extLst>
            </p:cNvPr>
            <p:cNvSpPr txBox="1"/>
            <p:nvPr/>
          </p:nvSpPr>
          <p:spPr>
            <a:xfrm>
              <a:off x="3268984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175E49E-E01D-493F-A967-5CB1BFA08FFC}"/>
                </a:ext>
              </a:extLst>
            </p:cNvPr>
            <p:cNvSpPr txBox="1"/>
            <p:nvPr/>
          </p:nvSpPr>
          <p:spPr>
            <a:xfrm>
              <a:off x="2441495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8880A4-2AB7-48C3-BFDB-864D943D8729}"/>
                </a:ext>
              </a:extLst>
            </p:cNvPr>
            <p:cNvSpPr txBox="1"/>
            <p:nvPr/>
          </p:nvSpPr>
          <p:spPr>
            <a:xfrm>
              <a:off x="1579723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09452-2C0A-47B3-AE02-00DF0353B1A2}"/>
                </a:ext>
              </a:extLst>
            </p:cNvPr>
            <p:cNvSpPr txBox="1"/>
            <p:nvPr/>
          </p:nvSpPr>
          <p:spPr>
            <a:xfrm>
              <a:off x="752234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1AC9BB-1606-432A-81F0-B0F3BC9D893C}"/>
                </a:ext>
              </a:extLst>
            </p:cNvPr>
            <p:cNvSpPr txBox="1"/>
            <p:nvPr/>
          </p:nvSpPr>
          <p:spPr>
            <a:xfrm>
              <a:off x="0" y="1790670"/>
              <a:ext cx="126492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/>
                  </a:solidFill>
                  <a:effectLst>
                    <a:outerShdw blurRad="190500" dist="190500" algn="l" rotWithShape="0">
                      <a:prstClr val="black">
                        <a:alpha val="55000"/>
                      </a:prstClr>
                    </a:outerShdw>
                  </a:effectLst>
                  <a:latin typeface="Arial Black" panose="020B0A04020102020204" pitchFamily="34" charset="0"/>
                </a:rPr>
                <a:t>C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BC03D3-469A-4311-B5A4-FF1FF73AEE4F}"/>
              </a:ext>
            </a:extLst>
          </p:cNvPr>
          <p:cNvSpPr txBox="1"/>
          <p:nvPr/>
        </p:nvSpPr>
        <p:spPr>
          <a:xfrm>
            <a:off x="888836" y="3429000"/>
            <a:ext cx="10911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YOU HAVE LEARNED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1253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345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Arial</vt:lpstr>
      <vt:lpstr>Arial Black</vt:lpstr>
      <vt:lpstr>Bahnschrift Condensed</vt:lpstr>
      <vt:lpstr>Bahnschrift SemiBold</vt:lpstr>
      <vt:lpstr>Bahnschrift SemiBold SemiConden</vt:lpstr>
      <vt:lpstr>Berlin Sans FB Demi</vt:lpstr>
      <vt:lpstr>Bradley Hand ITC</vt:lpstr>
      <vt:lpstr>Calibri</vt:lpstr>
      <vt:lpstr>Calibri Light</vt:lpstr>
      <vt:lpstr>Cascadia Code SemiBold</vt:lpstr>
      <vt:lpstr>Dubai Medium</vt:lpstr>
      <vt:lpstr>Palatino Linotype</vt:lpstr>
      <vt:lpstr>Roboto</vt:lpstr>
      <vt:lpstr>Segoe UI Black</vt:lpstr>
      <vt:lpstr>Segoe UI Historic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Shebli Sadik</dc:creator>
  <cp:lastModifiedBy>Shebli Sadik</cp:lastModifiedBy>
  <cp:revision>8</cp:revision>
  <dcterms:created xsi:type="dcterms:W3CDTF">2026-02-19T13:14:53Z</dcterms:created>
  <dcterms:modified xsi:type="dcterms:W3CDTF">2026-02-26T12:55:04Z</dcterms:modified>
</cp:coreProperties>
</file>